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wmf" ContentType="image/x-wmf"/>
  <Override PartName="/ppt/media/image4.wmf" ContentType="image/x-wmf"/>
  <Override PartName="/ppt/media/image9.wmf" ContentType="image/x-wmf"/>
  <Override PartName="/ppt/media/image18.wmf" ContentType="image/x-wmf"/>
  <Override PartName="/ppt/media/image20.wmf" ContentType="image/x-wmf"/>
  <Override PartName="/ppt/media/image8.wmf" ContentType="image/x-wmf"/>
  <Override PartName="/ppt/media/image17.wmf" ContentType="image/x-wmf"/>
  <Override PartName="/ppt/media/image19.wmf" ContentType="image/x-wmf"/>
  <Override PartName="/ppt/media/image1.png" ContentType="image/png"/>
  <Override PartName="/ppt/media/image3.wmf" ContentType="image/x-wmf"/>
  <Override PartName="/ppt/media/image14.wmf" ContentType="image/x-wmf"/>
  <Override PartName="/ppt/media/image5.wmf" ContentType="image/x-wmf"/>
  <Override PartName="/ppt/media/image15.wmf" ContentType="image/x-wmf"/>
  <Override PartName="/ppt/media/image6.wmf" ContentType="image/x-wmf"/>
  <Override PartName="/ppt/media/image10.wmf" ContentType="image/x-wmf"/>
  <Override PartName="/ppt/media/image16.wmf" ContentType="image/x-wmf"/>
  <Override PartName="/ppt/media/image7.wmf" ContentType="image/x-wmf"/>
  <Override PartName="/ppt/media/image2.wmf" ContentType="image/x-wmf"/>
  <Override PartName="/ppt/media/image11.wmf" ContentType="image/x-wmf"/>
  <Override PartName="/ppt/media/image12.png" ContentType="image/p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dt" idx="4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 type="ftr" idx="4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PlaceHolder 6"/>
          <p:cNvSpPr>
            <a:spLocks noGrp="1"/>
          </p:cNvSpPr>
          <p:nvPr>
            <p:ph type="sldNum" idx="4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AF7A08E-3A60-4440-97AA-C89D5209773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701693-D0CD-4CED-B211-78557ACDB447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20ECE4-723E-480A-8007-948F6A633B4B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643F46-9EA8-4C52-82B4-8E51DBC584A8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AC6ACB-C516-4D6D-B863-159585652EA3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1053122-74FB-442B-A7B9-4D49A6D47B13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77A5F3-317B-4A7B-A87A-283B1410D164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26F9B8-741F-4C0C-844C-63CCCAE2E226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FA70DC-7F14-4E2A-B6F0-2452BAF3F375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52D29A-2CBC-40E4-B227-1E44CD1C2CAB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903BB2-7347-46F0-84F0-547D254EFD6D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84A7226-54A2-4CFA-AF57-94FD0DFCC7DB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4A73B5B-0126-4A0E-A00A-85F62BE5C1EE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D17941-1274-4175-AA2A-CACAA5DBC042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560D03-4DBF-479D-998A-39F1CC041451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6BA607-7C84-4B75-9457-2EB376788CDA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ECDA229-A6F8-4A41-91D3-1EFC4420C86B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C6228C-B1FF-4AB8-A837-95B88E25DE26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C5E35D-6E2E-4A58-81ED-3DD257CAF43D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6FA5A9C-1970-4580-9813-D70575CE2D46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FEEF41-E46A-4E92-B66D-1639E72657FE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6F04A6-2E65-4C57-A4B2-F9A970156780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16E16D-6B3A-4C3D-B2F2-E2527CFC1FA7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457200" y="1447920"/>
            <a:ext cx="4038120" cy="44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8DE77D-1980-44B3-96D3-8B1B6EED44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A7652F4-E7C3-4510-B6C4-CC8D9723D5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0C33671-A289-45E4-914A-856DAAD177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447920"/>
            <a:ext cx="1970280" cy="44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2526480" y="1447920"/>
            <a:ext cx="1970280" cy="210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2526480" y="3756240"/>
            <a:ext cx="1970280" cy="210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FB4ECE9-BE1D-4536-87BF-01123D4296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447920"/>
            <a:ext cx="4038120" cy="44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4038120" cy="44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969A2C2-52BA-4FC1-9176-BDCE7628C2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447920"/>
            <a:ext cx="4038120" cy="44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0E9DC1A-1BAA-4F02-9FAE-89D8383FBE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FAA9AAF-6FA4-4D07-982E-5229D4BA26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447920"/>
            <a:ext cx="1970280" cy="44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2526480" y="1447920"/>
            <a:ext cx="1970280" cy="44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DE29BF0-D9A2-43BD-8F0F-3DE5F88066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9BA9A52-A673-4A98-9DD9-E332B37EE4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5A4104C-FAD1-4F07-A44C-4370486C53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411DAB8-D715-46C1-BB46-796F4D1D4E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D9849AA2-838D-4010-AC5D-CC092C80F6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A13DB69B-0CCF-4936-BCBC-38103B7DE1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4"/>
          <p:cNvGrpSpPr/>
          <p:nvPr/>
        </p:nvGrpSpPr>
        <p:grpSpPr>
          <a:xfrm>
            <a:off x="0" y="1066680"/>
            <a:ext cx="9143640" cy="545760"/>
            <a:chOff x="0" y="1066680"/>
            <a:chExt cx="9143640" cy="545760"/>
          </a:xfrm>
        </p:grpSpPr>
        <p:sp>
          <p:nvSpPr>
            <p:cNvPr id="1" name="Rectangle 5"/>
            <p:cNvSpPr/>
            <p:nvPr/>
          </p:nvSpPr>
          <p:spPr>
            <a:xfrm>
              <a:off x="0" y="1066680"/>
              <a:ext cx="285480" cy="53316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2" name="Rectangle 6"/>
            <p:cNvSpPr/>
            <p:nvPr/>
          </p:nvSpPr>
          <p:spPr>
            <a:xfrm>
              <a:off x="412920" y="1201680"/>
              <a:ext cx="8730720" cy="274320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3" name="Rectangle 7"/>
            <p:cNvSpPr/>
            <p:nvPr/>
          </p:nvSpPr>
          <p:spPr>
            <a:xfrm>
              <a:off x="409680" y="1201680"/>
              <a:ext cx="137880" cy="14076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4" name="Rectangle 8"/>
            <p:cNvSpPr/>
            <p:nvPr/>
          </p:nvSpPr>
          <p:spPr>
            <a:xfrm>
              <a:off x="547560" y="1066680"/>
              <a:ext cx="13932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5" name="Rectangle 9"/>
            <p:cNvSpPr/>
            <p:nvPr/>
          </p:nvSpPr>
          <p:spPr>
            <a:xfrm>
              <a:off x="547560" y="1201680"/>
              <a:ext cx="139320" cy="1407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6" name="Rectangle 10"/>
            <p:cNvSpPr/>
            <p:nvPr/>
          </p:nvSpPr>
          <p:spPr>
            <a:xfrm>
              <a:off x="274680" y="1341360"/>
              <a:ext cx="13608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7" name="Rectangle 11"/>
            <p:cNvSpPr/>
            <p:nvPr/>
          </p:nvSpPr>
          <p:spPr>
            <a:xfrm>
              <a:off x="131760" y="1203480"/>
              <a:ext cx="140760" cy="13788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8" name="Rectangle 12"/>
            <p:cNvSpPr/>
            <p:nvPr/>
          </p:nvSpPr>
          <p:spPr>
            <a:xfrm>
              <a:off x="409680" y="1338120"/>
              <a:ext cx="137880" cy="1378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9" name="Rectangle 13"/>
            <p:cNvSpPr/>
            <p:nvPr/>
          </p:nvSpPr>
          <p:spPr>
            <a:xfrm>
              <a:off x="274680" y="1476360"/>
              <a:ext cx="136080" cy="1360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</p:grpSp>
      <p:sp>
        <p:nvSpPr>
          <p:cNvPr id="10" name="Text Box 17" hidden="1"/>
          <p:cNvSpPr/>
          <p:nvPr/>
        </p:nvSpPr>
        <p:spPr>
          <a:xfrm>
            <a:off x="6781680" y="457200"/>
            <a:ext cx="1904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1" name="Group 2"/>
          <p:cNvGrpSpPr/>
          <p:nvPr/>
        </p:nvGrpSpPr>
        <p:grpSpPr>
          <a:xfrm>
            <a:off x="0" y="0"/>
            <a:ext cx="9143640" cy="6857640"/>
            <a:chOff x="0" y="0"/>
            <a:chExt cx="9143640" cy="6857640"/>
          </a:xfrm>
        </p:grpSpPr>
        <p:sp>
          <p:nvSpPr>
            <p:cNvPr id="12" name="Rectangle 3"/>
            <p:cNvSpPr/>
            <p:nvPr/>
          </p:nvSpPr>
          <p:spPr>
            <a:xfrm>
              <a:off x="0" y="0"/>
              <a:ext cx="3504960" cy="685764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3" name="Rectangle 4"/>
            <p:cNvSpPr/>
            <p:nvPr/>
          </p:nvSpPr>
          <p:spPr>
            <a:xfrm>
              <a:off x="1716120" y="1690560"/>
              <a:ext cx="7427520" cy="253332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grpSp>
          <p:nvGrpSpPr>
            <p:cNvPr id="14" name="Group 5"/>
            <p:cNvGrpSpPr/>
            <p:nvPr/>
          </p:nvGrpSpPr>
          <p:grpSpPr>
            <a:xfrm>
              <a:off x="0" y="1066680"/>
              <a:ext cx="2866680" cy="3157560"/>
              <a:chOff x="0" y="1066680"/>
              <a:chExt cx="2866680" cy="3157560"/>
            </a:xfrm>
          </p:grpSpPr>
          <p:sp>
            <p:nvSpPr>
              <p:cNvPr id="15" name="Rectangle 6"/>
              <p:cNvSpPr/>
              <p:nvPr/>
            </p:nvSpPr>
            <p:spPr>
              <a:xfrm>
                <a:off x="573120" y="3583080"/>
                <a:ext cx="576000" cy="64116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Times New Roman"/>
                </a:endParaRPr>
              </a:p>
            </p:txBody>
          </p:sp>
          <p:sp>
            <p:nvSpPr>
              <p:cNvPr id="16" name="Rectangle 7"/>
              <p:cNvSpPr/>
              <p:nvPr/>
            </p:nvSpPr>
            <p:spPr>
              <a:xfrm>
                <a:off x="1716120" y="1690560"/>
                <a:ext cx="574200" cy="642600"/>
              </a:xfrm>
              <a:prstGeom prst="rect">
                <a:avLst/>
              </a:prstGeom>
              <a:solidFill>
                <a:schemeClr val="folHlink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Times New Roman"/>
                </a:endParaRPr>
              </a:p>
            </p:txBody>
          </p:sp>
          <p:sp>
            <p:nvSpPr>
              <p:cNvPr id="17" name="Rectangle 8"/>
              <p:cNvSpPr/>
              <p:nvPr/>
            </p:nvSpPr>
            <p:spPr>
              <a:xfrm>
                <a:off x="2281320" y="1066680"/>
                <a:ext cx="585360" cy="634680"/>
              </a:xfrm>
              <a:prstGeom prst="rect">
                <a:avLst/>
              </a:prstGeom>
              <a:solidFill>
                <a:schemeClr val="folHlink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Times New Roman"/>
                </a:endParaRPr>
              </a:p>
            </p:txBody>
          </p:sp>
          <p:sp>
            <p:nvSpPr>
              <p:cNvPr id="18" name="Rectangle 9"/>
              <p:cNvSpPr/>
              <p:nvPr/>
            </p:nvSpPr>
            <p:spPr>
              <a:xfrm>
                <a:off x="1141560" y="3583080"/>
                <a:ext cx="583920" cy="641160"/>
              </a:xfrm>
              <a:prstGeom prst="rect">
                <a:avLst/>
              </a:prstGeom>
              <a:solidFill>
                <a:schemeClr val="bg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Times New Roman"/>
                </a:endParaRPr>
              </a:p>
            </p:txBody>
          </p:sp>
          <p:sp>
            <p:nvSpPr>
              <p:cNvPr id="19" name="Rectangle 10"/>
              <p:cNvSpPr/>
              <p:nvPr/>
            </p:nvSpPr>
            <p:spPr>
              <a:xfrm>
                <a:off x="2281320" y="1690560"/>
                <a:ext cx="585360" cy="64260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Times New Roman"/>
                </a:endParaRPr>
              </a:p>
            </p:txBody>
          </p:sp>
          <p:sp>
            <p:nvSpPr>
              <p:cNvPr id="20" name="Rectangle 11"/>
              <p:cNvSpPr/>
              <p:nvPr/>
            </p:nvSpPr>
            <p:spPr>
              <a:xfrm>
                <a:off x="1141560" y="2324160"/>
                <a:ext cx="583920" cy="632880"/>
              </a:xfrm>
              <a:prstGeom prst="rect">
                <a:avLst/>
              </a:prstGeom>
              <a:solidFill>
                <a:schemeClr val="folHlink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Times New Roman"/>
                </a:endParaRPr>
              </a:p>
            </p:txBody>
          </p:sp>
          <p:sp>
            <p:nvSpPr>
              <p:cNvPr id="21" name="Rectangle 12"/>
              <p:cNvSpPr/>
              <p:nvPr/>
            </p:nvSpPr>
            <p:spPr>
              <a:xfrm>
                <a:off x="0" y="2324160"/>
                <a:ext cx="582120" cy="632880"/>
              </a:xfrm>
              <a:prstGeom prst="rect">
                <a:avLst/>
              </a:prstGeom>
              <a:solidFill>
                <a:schemeClr val="bg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Times New Roman"/>
                </a:endParaRPr>
              </a:p>
            </p:txBody>
          </p:sp>
          <p:sp>
            <p:nvSpPr>
              <p:cNvPr id="22" name="Rectangle 13"/>
              <p:cNvSpPr/>
              <p:nvPr/>
            </p:nvSpPr>
            <p:spPr>
              <a:xfrm>
                <a:off x="1716120" y="2324160"/>
                <a:ext cx="574200" cy="6328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Times New Roman"/>
                </a:endParaRPr>
              </a:p>
            </p:txBody>
          </p:sp>
          <p:sp>
            <p:nvSpPr>
              <p:cNvPr id="23" name="Rectangle 14"/>
              <p:cNvSpPr/>
              <p:nvPr/>
            </p:nvSpPr>
            <p:spPr>
              <a:xfrm>
                <a:off x="573120" y="2948040"/>
                <a:ext cx="576000" cy="644040"/>
              </a:xfrm>
              <a:prstGeom prst="rect">
                <a:avLst/>
              </a:prstGeom>
              <a:solidFill>
                <a:schemeClr val="folHlink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Times New Roman"/>
                </a:endParaRPr>
              </a:p>
            </p:txBody>
          </p:sp>
          <p:sp>
            <p:nvSpPr>
              <p:cNvPr id="24" name="Rectangle 15"/>
              <p:cNvSpPr/>
              <p:nvPr/>
            </p:nvSpPr>
            <p:spPr>
              <a:xfrm>
                <a:off x="1141560" y="2948040"/>
                <a:ext cx="583920" cy="64404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Times New Roman"/>
                </a:endParaRPr>
              </a:p>
            </p:txBody>
          </p:sp>
        </p:grpSp>
      </p:grp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971800" y="1828800"/>
            <a:ext cx="6019560" cy="2209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800" spc="-1" strike="noStrike">
                <a:solidFill>
                  <a:srgbClr val="ffffff"/>
                </a:solidFill>
                <a:latin typeface="Arial"/>
              </a:rPr>
              <a:t>Click to edit Master title style</a:t>
            </a:r>
            <a:endParaRPr b="0" lang="en-US" sz="3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dt" idx="1"/>
          </p:nvPr>
        </p:nvSpPr>
        <p:spPr>
          <a:xfrm>
            <a:off x="45720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0F89E7-40AE-44ED-BFC8-11F507E614B7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4"/>
          <p:cNvGrpSpPr/>
          <p:nvPr/>
        </p:nvGrpSpPr>
        <p:grpSpPr>
          <a:xfrm>
            <a:off x="0" y="1066680"/>
            <a:ext cx="9143640" cy="545760"/>
            <a:chOff x="0" y="1066680"/>
            <a:chExt cx="9143640" cy="545760"/>
          </a:xfrm>
        </p:grpSpPr>
        <p:sp>
          <p:nvSpPr>
            <p:cNvPr id="33" name="Rectangle 5"/>
            <p:cNvSpPr/>
            <p:nvPr/>
          </p:nvSpPr>
          <p:spPr>
            <a:xfrm>
              <a:off x="0" y="1066680"/>
              <a:ext cx="285480" cy="53316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34" name="Rectangle 6"/>
            <p:cNvSpPr/>
            <p:nvPr/>
          </p:nvSpPr>
          <p:spPr>
            <a:xfrm>
              <a:off x="412920" y="1201680"/>
              <a:ext cx="8730720" cy="274320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35" name="Rectangle 7"/>
            <p:cNvSpPr/>
            <p:nvPr/>
          </p:nvSpPr>
          <p:spPr>
            <a:xfrm>
              <a:off x="409680" y="1201680"/>
              <a:ext cx="137880" cy="14076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36" name="Rectangle 8"/>
            <p:cNvSpPr/>
            <p:nvPr/>
          </p:nvSpPr>
          <p:spPr>
            <a:xfrm>
              <a:off x="547560" y="1066680"/>
              <a:ext cx="13932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37" name="Rectangle 9"/>
            <p:cNvSpPr/>
            <p:nvPr/>
          </p:nvSpPr>
          <p:spPr>
            <a:xfrm>
              <a:off x="547560" y="1201680"/>
              <a:ext cx="139320" cy="1407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38" name="Rectangle 10"/>
            <p:cNvSpPr/>
            <p:nvPr/>
          </p:nvSpPr>
          <p:spPr>
            <a:xfrm>
              <a:off x="274680" y="1341360"/>
              <a:ext cx="13608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39" name="Rectangle 11"/>
            <p:cNvSpPr/>
            <p:nvPr/>
          </p:nvSpPr>
          <p:spPr>
            <a:xfrm>
              <a:off x="131760" y="1203480"/>
              <a:ext cx="140760" cy="13788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40" name="Rectangle 12"/>
            <p:cNvSpPr/>
            <p:nvPr/>
          </p:nvSpPr>
          <p:spPr>
            <a:xfrm>
              <a:off x="409680" y="1338120"/>
              <a:ext cx="137880" cy="1378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41" name="Rectangle 13"/>
            <p:cNvSpPr/>
            <p:nvPr/>
          </p:nvSpPr>
          <p:spPr>
            <a:xfrm>
              <a:off x="274680" y="1476360"/>
              <a:ext cx="136080" cy="1360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</p:grpSp>
      <p:sp>
        <p:nvSpPr>
          <p:cNvPr id="42" name="Text Box 17"/>
          <p:cNvSpPr/>
          <p:nvPr/>
        </p:nvSpPr>
        <p:spPr>
          <a:xfrm>
            <a:off x="6781680" y="457200"/>
            <a:ext cx="1904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to edit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Maste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r title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style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447920"/>
            <a:ext cx="822924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9999cc"/>
              </a:buClr>
              <a:buSzPct val="7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4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5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28DF02-1CFD-4DC5-81E8-87A42E000CE4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6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"/>
          <p:cNvGrpSpPr/>
          <p:nvPr/>
        </p:nvGrpSpPr>
        <p:grpSpPr>
          <a:xfrm>
            <a:off x="0" y="1066680"/>
            <a:ext cx="9143640" cy="545760"/>
            <a:chOff x="0" y="1066680"/>
            <a:chExt cx="9143640" cy="545760"/>
          </a:xfrm>
        </p:grpSpPr>
        <p:sp>
          <p:nvSpPr>
            <p:cNvPr id="49" name="Rectangle 5"/>
            <p:cNvSpPr/>
            <p:nvPr/>
          </p:nvSpPr>
          <p:spPr>
            <a:xfrm>
              <a:off x="0" y="1066680"/>
              <a:ext cx="285480" cy="53316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50" name="Rectangle 6"/>
            <p:cNvSpPr/>
            <p:nvPr/>
          </p:nvSpPr>
          <p:spPr>
            <a:xfrm>
              <a:off x="412920" y="1201680"/>
              <a:ext cx="8730720" cy="274320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51" name="Rectangle 7"/>
            <p:cNvSpPr/>
            <p:nvPr/>
          </p:nvSpPr>
          <p:spPr>
            <a:xfrm>
              <a:off x="409680" y="1201680"/>
              <a:ext cx="137880" cy="14076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52" name="Rectangle 8"/>
            <p:cNvSpPr/>
            <p:nvPr/>
          </p:nvSpPr>
          <p:spPr>
            <a:xfrm>
              <a:off x="547560" y="1066680"/>
              <a:ext cx="13932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53" name="Rectangle 9"/>
            <p:cNvSpPr/>
            <p:nvPr/>
          </p:nvSpPr>
          <p:spPr>
            <a:xfrm>
              <a:off x="547560" y="1201680"/>
              <a:ext cx="139320" cy="1407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54" name="Rectangle 10"/>
            <p:cNvSpPr/>
            <p:nvPr/>
          </p:nvSpPr>
          <p:spPr>
            <a:xfrm>
              <a:off x="274680" y="1341360"/>
              <a:ext cx="13608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55" name="Rectangle 11"/>
            <p:cNvSpPr/>
            <p:nvPr/>
          </p:nvSpPr>
          <p:spPr>
            <a:xfrm>
              <a:off x="131760" y="1203480"/>
              <a:ext cx="140760" cy="13788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56" name="Rectangle 12"/>
            <p:cNvSpPr/>
            <p:nvPr/>
          </p:nvSpPr>
          <p:spPr>
            <a:xfrm>
              <a:off x="409680" y="1338120"/>
              <a:ext cx="137880" cy="1378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57" name="Rectangle 13"/>
            <p:cNvSpPr/>
            <p:nvPr/>
          </p:nvSpPr>
          <p:spPr>
            <a:xfrm>
              <a:off x="274680" y="1476360"/>
              <a:ext cx="136080" cy="1360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</p:grpSp>
      <p:sp>
        <p:nvSpPr>
          <p:cNvPr id="58" name="Text Box 17"/>
          <p:cNvSpPr/>
          <p:nvPr/>
        </p:nvSpPr>
        <p:spPr>
          <a:xfrm>
            <a:off x="6781680" y="457200"/>
            <a:ext cx="1904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040" cy="5409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li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k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o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e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d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it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M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a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e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r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ti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tl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e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y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l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e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457200"/>
            <a:ext cx="6019560" cy="5409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9999cc"/>
              </a:buClr>
              <a:buSzPct val="7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ftr" idx="7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sldNum" idx="8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C56F96-90BD-4AB4-9066-EE1335BA6F03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dt" idx="9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4"/>
          <p:cNvGrpSpPr/>
          <p:nvPr/>
        </p:nvGrpSpPr>
        <p:grpSpPr>
          <a:xfrm>
            <a:off x="0" y="1066680"/>
            <a:ext cx="9143640" cy="545760"/>
            <a:chOff x="0" y="1066680"/>
            <a:chExt cx="9143640" cy="545760"/>
          </a:xfrm>
        </p:grpSpPr>
        <p:sp>
          <p:nvSpPr>
            <p:cNvPr id="65" name="Rectangle 5"/>
            <p:cNvSpPr/>
            <p:nvPr/>
          </p:nvSpPr>
          <p:spPr>
            <a:xfrm>
              <a:off x="0" y="1066680"/>
              <a:ext cx="285480" cy="53316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66" name="Rectangle 6"/>
            <p:cNvSpPr/>
            <p:nvPr/>
          </p:nvSpPr>
          <p:spPr>
            <a:xfrm>
              <a:off x="412920" y="1201680"/>
              <a:ext cx="8730720" cy="274320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67" name="Rectangle 7"/>
            <p:cNvSpPr/>
            <p:nvPr/>
          </p:nvSpPr>
          <p:spPr>
            <a:xfrm>
              <a:off x="409680" y="1201680"/>
              <a:ext cx="137880" cy="14076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68" name="Rectangle 8"/>
            <p:cNvSpPr/>
            <p:nvPr/>
          </p:nvSpPr>
          <p:spPr>
            <a:xfrm>
              <a:off x="547560" y="1066680"/>
              <a:ext cx="13932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69" name="Rectangle 9"/>
            <p:cNvSpPr/>
            <p:nvPr/>
          </p:nvSpPr>
          <p:spPr>
            <a:xfrm>
              <a:off x="547560" y="1201680"/>
              <a:ext cx="139320" cy="1407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274680" y="1341360"/>
              <a:ext cx="13608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71" name="Rectangle 11"/>
            <p:cNvSpPr/>
            <p:nvPr/>
          </p:nvSpPr>
          <p:spPr>
            <a:xfrm>
              <a:off x="131760" y="1203480"/>
              <a:ext cx="140760" cy="13788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72" name="Rectangle 12"/>
            <p:cNvSpPr/>
            <p:nvPr/>
          </p:nvSpPr>
          <p:spPr>
            <a:xfrm>
              <a:off x="409680" y="1338120"/>
              <a:ext cx="137880" cy="1378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73" name="Rectangle 13"/>
            <p:cNvSpPr/>
            <p:nvPr/>
          </p:nvSpPr>
          <p:spPr>
            <a:xfrm>
              <a:off x="274680" y="1476360"/>
              <a:ext cx="136080" cy="1360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</p:grpSp>
      <p:sp>
        <p:nvSpPr>
          <p:cNvPr id="74" name="Text Box 17"/>
          <p:cNvSpPr/>
          <p:nvPr/>
        </p:nvSpPr>
        <p:spPr>
          <a:xfrm>
            <a:off x="6781680" y="457200"/>
            <a:ext cx="1904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to edit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Maste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r title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style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447920"/>
            <a:ext cx="403812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9999cc"/>
              </a:buClr>
              <a:buSzPct val="7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48320" y="1447920"/>
            <a:ext cx="4038120" cy="2133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9999cc"/>
              </a:buClr>
              <a:buSzPct val="7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648320" y="3733920"/>
            <a:ext cx="4038120" cy="2133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9999cc"/>
              </a:buClr>
              <a:buSzPct val="7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10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sldNum" idx="11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EC1632-FAC2-4467-BF34-A249149C4E91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dt" idx="12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4"/>
          <p:cNvGrpSpPr/>
          <p:nvPr/>
        </p:nvGrpSpPr>
        <p:grpSpPr>
          <a:xfrm>
            <a:off x="0" y="1066680"/>
            <a:ext cx="9143640" cy="545760"/>
            <a:chOff x="0" y="1066680"/>
            <a:chExt cx="9143640" cy="545760"/>
          </a:xfrm>
        </p:grpSpPr>
        <p:sp>
          <p:nvSpPr>
            <p:cNvPr id="87" name="Rectangle 5"/>
            <p:cNvSpPr/>
            <p:nvPr/>
          </p:nvSpPr>
          <p:spPr>
            <a:xfrm>
              <a:off x="0" y="1066680"/>
              <a:ext cx="285480" cy="53316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88" name="Rectangle 6"/>
            <p:cNvSpPr/>
            <p:nvPr/>
          </p:nvSpPr>
          <p:spPr>
            <a:xfrm>
              <a:off x="412920" y="1201680"/>
              <a:ext cx="8730720" cy="274320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89" name="Rectangle 7"/>
            <p:cNvSpPr/>
            <p:nvPr/>
          </p:nvSpPr>
          <p:spPr>
            <a:xfrm>
              <a:off x="409680" y="1201680"/>
              <a:ext cx="137880" cy="14076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90" name="Rectangle 8"/>
            <p:cNvSpPr/>
            <p:nvPr/>
          </p:nvSpPr>
          <p:spPr>
            <a:xfrm>
              <a:off x="547560" y="1066680"/>
              <a:ext cx="13932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91" name="Rectangle 9"/>
            <p:cNvSpPr/>
            <p:nvPr/>
          </p:nvSpPr>
          <p:spPr>
            <a:xfrm>
              <a:off x="547560" y="1201680"/>
              <a:ext cx="139320" cy="1407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92" name="Rectangle 10"/>
            <p:cNvSpPr/>
            <p:nvPr/>
          </p:nvSpPr>
          <p:spPr>
            <a:xfrm>
              <a:off x="274680" y="1341360"/>
              <a:ext cx="13608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93" name="Rectangle 11"/>
            <p:cNvSpPr/>
            <p:nvPr/>
          </p:nvSpPr>
          <p:spPr>
            <a:xfrm>
              <a:off x="131760" y="1203480"/>
              <a:ext cx="140760" cy="13788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94" name="Rectangle 12"/>
            <p:cNvSpPr/>
            <p:nvPr/>
          </p:nvSpPr>
          <p:spPr>
            <a:xfrm>
              <a:off x="409680" y="1338120"/>
              <a:ext cx="137880" cy="1378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95" name="Rectangle 13"/>
            <p:cNvSpPr/>
            <p:nvPr/>
          </p:nvSpPr>
          <p:spPr>
            <a:xfrm>
              <a:off x="274680" y="1476360"/>
              <a:ext cx="136080" cy="1360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</p:grpSp>
      <p:sp>
        <p:nvSpPr>
          <p:cNvPr id="96" name="Text Box 17"/>
          <p:cNvSpPr/>
          <p:nvPr/>
        </p:nvSpPr>
        <p:spPr>
          <a:xfrm>
            <a:off x="6781680" y="457200"/>
            <a:ext cx="1904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to edit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Maste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r title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style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447920"/>
            <a:ext cx="403812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9999cc"/>
              </a:buClr>
              <a:buSzPct val="7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648320" y="1447920"/>
            <a:ext cx="403812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9999cc"/>
              </a:buClr>
              <a:buSzPct val="7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ftr" idx="13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sldNum" idx="14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5179B0-14C5-4294-A628-AF59E33A577E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6"/>
          <p:cNvSpPr>
            <a:spLocks noGrp="1"/>
          </p:cNvSpPr>
          <p:nvPr>
            <p:ph type="dt" idx="15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4"/>
          <p:cNvGrpSpPr/>
          <p:nvPr/>
        </p:nvGrpSpPr>
        <p:grpSpPr>
          <a:xfrm>
            <a:off x="0" y="1066680"/>
            <a:ext cx="9143640" cy="545760"/>
            <a:chOff x="0" y="1066680"/>
            <a:chExt cx="9143640" cy="545760"/>
          </a:xfrm>
        </p:grpSpPr>
        <p:sp>
          <p:nvSpPr>
            <p:cNvPr id="107" name="Rectangle 5"/>
            <p:cNvSpPr/>
            <p:nvPr/>
          </p:nvSpPr>
          <p:spPr>
            <a:xfrm>
              <a:off x="0" y="1066680"/>
              <a:ext cx="285480" cy="53316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08" name="Rectangle 6"/>
            <p:cNvSpPr/>
            <p:nvPr/>
          </p:nvSpPr>
          <p:spPr>
            <a:xfrm>
              <a:off x="412920" y="1201680"/>
              <a:ext cx="8730720" cy="274320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09" name="Rectangle 7"/>
            <p:cNvSpPr/>
            <p:nvPr/>
          </p:nvSpPr>
          <p:spPr>
            <a:xfrm>
              <a:off x="409680" y="1201680"/>
              <a:ext cx="137880" cy="14076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10" name="Rectangle 8"/>
            <p:cNvSpPr/>
            <p:nvPr/>
          </p:nvSpPr>
          <p:spPr>
            <a:xfrm>
              <a:off x="547560" y="1066680"/>
              <a:ext cx="13932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11" name="Rectangle 9"/>
            <p:cNvSpPr/>
            <p:nvPr/>
          </p:nvSpPr>
          <p:spPr>
            <a:xfrm>
              <a:off x="547560" y="1201680"/>
              <a:ext cx="139320" cy="1407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12" name="Rectangle 10"/>
            <p:cNvSpPr/>
            <p:nvPr/>
          </p:nvSpPr>
          <p:spPr>
            <a:xfrm>
              <a:off x="274680" y="1341360"/>
              <a:ext cx="13608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13" name="Rectangle 11"/>
            <p:cNvSpPr/>
            <p:nvPr/>
          </p:nvSpPr>
          <p:spPr>
            <a:xfrm>
              <a:off x="131760" y="1203480"/>
              <a:ext cx="140760" cy="13788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14" name="Rectangle 12"/>
            <p:cNvSpPr/>
            <p:nvPr/>
          </p:nvSpPr>
          <p:spPr>
            <a:xfrm>
              <a:off x="409680" y="1338120"/>
              <a:ext cx="137880" cy="1378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15" name="Rectangle 13"/>
            <p:cNvSpPr/>
            <p:nvPr/>
          </p:nvSpPr>
          <p:spPr>
            <a:xfrm>
              <a:off x="274680" y="1476360"/>
              <a:ext cx="136080" cy="1360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</p:grpSp>
      <p:sp>
        <p:nvSpPr>
          <p:cNvPr id="116" name="Text Box 17"/>
          <p:cNvSpPr/>
          <p:nvPr/>
        </p:nvSpPr>
        <p:spPr>
          <a:xfrm>
            <a:off x="6781680" y="457200"/>
            <a:ext cx="1904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457200" y="1447920"/>
            <a:ext cx="822924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9999cc"/>
              </a:buClr>
              <a:buSzPct val="7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ftr" idx="16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17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50CD37-801C-4C11-A8FE-0640A0CB1FF5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dt" idx="18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4"/>
          <p:cNvGrpSpPr/>
          <p:nvPr/>
        </p:nvGrpSpPr>
        <p:grpSpPr>
          <a:xfrm>
            <a:off x="0" y="1066680"/>
            <a:ext cx="9143640" cy="545760"/>
            <a:chOff x="0" y="1066680"/>
            <a:chExt cx="9143640" cy="545760"/>
          </a:xfrm>
        </p:grpSpPr>
        <p:sp>
          <p:nvSpPr>
            <p:cNvPr id="125" name="Rectangle 5"/>
            <p:cNvSpPr/>
            <p:nvPr/>
          </p:nvSpPr>
          <p:spPr>
            <a:xfrm>
              <a:off x="0" y="1066680"/>
              <a:ext cx="285480" cy="53316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26" name="Rectangle 6"/>
            <p:cNvSpPr/>
            <p:nvPr/>
          </p:nvSpPr>
          <p:spPr>
            <a:xfrm>
              <a:off x="412920" y="1201680"/>
              <a:ext cx="8730720" cy="274320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27" name="Rectangle 7"/>
            <p:cNvSpPr/>
            <p:nvPr/>
          </p:nvSpPr>
          <p:spPr>
            <a:xfrm>
              <a:off x="409680" y="1201680"/>
              <a:ext cx="137880" cy="14076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28" name="Rectangle 8"/>
            <p:cNvSpPr/>
            <p:nvPr/>
          </p:nvSpPr>
          <p:spPr>
            <a:xfrm>
              <a:off x="547560" y="1066680"/>
              <a:ext cx="13932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29" name="Rectangle 9"/>
            <p:cNvSpPr/>
            <p:nvPr/>
          </p:nvSpPr>
          <p:spPr>
            <a:xfrm>
              <a:off x="547560" y="1201680"/>
              <a:ext cx="139320" cy="1407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30" name="Rectangle 10"/>
            <p:cNvSpPr/>
            <p:nvPr/>
          </p:nvSpPr>
          <p:spPr>
            <a:xfrm>
              <a:off x="274680" y="1341360"/>
              <a:ext cx="13608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31" name="Rectangle 11"/>
            <p:cNvSpPr/>
            <p:nvPr/>
          </p:nvSpPr>
          <p:spPr>
            <a:xfrm>
              <a:off x="131760" y="1203480"/>
              <a:ext cx="140760" cy="13788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32" name="Rectangle 12"/>
            <p:cNvSpPr/>
            <p:nvPr/>
          </p:nvSpPr>
          <p:spPr>
            <a:xfrm>
              <a:off x="409680" y="1338120"/>
              <a:ext cx="137880" cy="1378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33" name="Rectangle 13"/>
            <p:cNvSpPr/>
            <p:nvPr/>
          </p:nvSpPr>
          <p:spPr>
            <a:xfrm>
              <a:off x="274680" y="1476360"/>
              <a:ext cx="136080" cy="1360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</p:grpSp>
      <p:sp>
        <p:nvSpPr>
          <p:cNvPr id="134" name="Text Box 17"/>
          <p:cNvSpPr/>
          <p:nvPr/>
        </p:nvSpPr>
        <p:spPr>
          <a:xfrm>
            <a:off x="6781680" y="457200"/>
            <a:ext cx="1904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Arial"/>
              </a:rPr>
              <a:t>Cli</a:t>
            </a:r>
            <a:r>
              <a:rPr b="1" lang="en-US" sz="4000" spc="-1" strike="noStrike" cap="all">
                <a:solidFill>
                  <a:schemeClr val="dk1"/>
                </a:solidFill>
                <a:latin typeface="Arial"/>
              </a:rPr>
              <a:t>ck </a:t>
            </a:r>
            <a:r>
              <a:rPr b="1" lang="en-US" sz="4000" spc="-1" strike="noStrike" cap="all">
                <a:solidFill>
                  <a:schemeClr val="dk1"/>
                </a:solidFill>
                <a:latin typeface="Arial"/>
              </a:rPr>
              <a:t>to </a:t>
            </a:r>
            <a:r>
              <a:rPr b="1" lang="en-US" sz="4000" spc="-1" strike="noStrike" cap="all">
                <a:solidFill>
                  <a:schemeClr val="dk1"/>
                </a:solidFill>
                <a:latin typeface="Arial"/>
              </a:rPr>
              <a:t>ed</a:t>
            </a:r>
            <a:r>
              <a:rPr b="1" lang="en-US" sz="4000" spc="-1" strike="noStrike" cap="all">
                <a:solidFill>
                  <a:schemeClr val="dk1"/>
                </a:solidFill>
                <a:latin typeface="Arial"/>
              </a:rPr>
              <a:t>it </a:t>
            </a:r>
            <a:r>
              <a:rPr b="1" lang="en-US" sz="4000" spc="-1" strike="noStrike" cap="all">
                <a:solidFill>
                  <a:schemeClr val="dk1"/>
                </a:solidFill>
                <a:latin typeface="Arial"/>
              </a:rPr>
              <a:t>Ma</a:t>
            </a:r>
            <a:r>
              <a:rPr b="1" lang="en-US" sz="4000" spc="-1" strike="noStrike" cap="all">
                <a:solidFill>
                  <a:schemeClr val="dk1"/>
                </a:solidFill>
                <a:latin typeface="Arial"/>
              </a:rPr>
              <a:t>st</a:t>
            </a:r>
            <a:r>
              <a:rPr b="1" lang="en-US" sz="4000" spc="-1" strike="noStrike" cap="all">
                <a:solidFill>
                  <a:schemeClr val="dk1"/>
                </a:solidFill>
                <a:latin typeface="Arial"/>
              </a:rPr>
              <a:t>er </a:t>
            </a:r>
            <a:r>
              <a:rPr b="1" lang="en-US" sz="4000" spc="-1" strike="noStrike" cap="all">
                <a:solidFill>
                  <a:schemeClr val="dk1"/>
                </a:solidFill>
                <a:latin typeface="Arial"/>
              </a:rPr>
              <a:t>tit</a:t>
            </a:r>
            <a:r>
              <a:rPr b="1" lang="en-US" sz="4000" spc="-1" strike="noStrike" cap="all">
                <a:solidFill>
                  <a:schemeClr val="dk1"/>
                </a:solidFill>
                <a:latin typeface="Arial"/>
              </a:rPr>
              <a:t>le </a:t>
            </a:r>
            <a:r>
              <a:rPr b="1" lang="en-US" sz="4000" spc="-1" strike="noStrike" cap="all">
                <a:solidFill>
                  <a:schemeClr val="dk1"/>
                </a:solidFill>
                <a:latin typeface="Arial"/>
              </a:rPr>
              <a:t>st</a:t>
            </a:r>
            <a:r>
              <a:rPr b="1" lang="en-US" sz="4000" spc="-1" strike="noStrike" cap="all">
                <a:solidFill>
                  <a:schemeClr val="dk1"/>
                </a:solidFill>
                <a:latin typeface="Arial"/>
              </a:rPr>
              <a:t>yl</a:t>
            </a:r>
            <a:r>
              <a:rPr b="1" lang="en-US" sz="4000" spc="-1" strike="noStrike" cap="all">
                <a:solidFill>
                  <a:schemeClr val="dk1"/>
                </a:solidFill>
                <a:latin typeface="Arial"/>
              </a:rPr>
              <a:t>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19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20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C1204F-D2EF-4450-9664-076C0E47C97E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dt" idx="21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4"/>
          <p:cNvGrpSpPr/>
          <p:nvPr/>
        </p:nvGrpSpPr>
        <p:grpSpPr>
          <a:xfrm>
            <a:off x="0" y="1066680"/>
            <a:ext cx="9143640" cy="545760"/>
            <a:chOff x="0" y="1066680"/>
            <a:chExt cx="9143640" cy="545760"/>
          </a:xfrm>
        </p:grpSpPr>
        <p:sp>
          <p:nvSpPr>
            <p:cNvPr id="141" name="Rectangle 5"/>
            <p:cNvSpPr/>
            <p:nvPr/>
          </p:nvSpPr>
          <p:spPr>
            <a:xfrm>
              <a:off x="0" y="1066680"/>
              <a:ext cx="285480" cy="53316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42" name="Rectangle 6"/>
            <p:cNvSpPr/>
            <p:nvPr/>
          </p:nvSpPr>
          <p:spPr>
            <a:xfrm>
              <a:off x="412920" y="1201680"/>
              <a:ext cx="8730720" cy="274320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43" name="Rectangle 7"/>
            <p:cNvSpPr/>
            <p:nvPr/>
          </p:nvSpPr>
          <p:spPr>
            <a:xfrm>
              <a:off x="409680" y="1201680"/>
              <a:ext cx="137880" cy="14076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44" name="Rectangle 8"/>
            <p:cNvSpPr/>
            <p:nvPr/>
          </p:nvSpPr>
          <p:spPr>
            <a:xfrm>
              <a:off x="547560" y="1066680"/>
              <a:ext cx="13932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45" name="Rectangle 9"/>
            <p:cNvSpPr/>
            <p:nvPr/>
          </p:nvSpPr>
          <p:spPr>
            <a:xfrm>
              <a:off x="547560" y="1201680"/>
              <a:ext cx="139320" cy="1407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46" name="Rectangle 10"/>
            <p:cNvSpPr/>
            <p:nvPr/>
          </p:nvSpPr>
          <p:spPr>
            <a:xfrm>
              <a:off x="274680" y="1341360"/>
              <a:ext cx="13608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47" name="Rectangle 11"/>
            <p:cNvSpPr/>
            <p:nvPr/>
          </p:nvSpPr>
          <p:spPr>
            <a:xfrm>
              <a:off x="131760" y="1203480"/>
              <a:ext cx="140760" cy="13788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48" name="Rectangle 12"/>
            <p:cNvSpPr/>
            <p:nvPr/>
          </p:nvSpPr>
          <p:spPr>
            <a:xfrm>
              <a:off x="409680" y="1338120"/>
              <a:ext cx="137880" cy="1378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49" name="Rectangle 13"/>
            <p:cNvSpPr/>
            <p:nvPr/>
          </p:nvSpPr>
          <p:spPr>
            <a:xfrm>
              <a:off x="274680" y="1476360"/>
              <a:ext cx="136080" cy="1360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</p:grpSp>
      <p:sp>
        <p:nvSpPr>
          <p:cNvPr id="150" name="Text Box 17"/>
          <p:cNvSpPr/>
          <p:nvPr/>
        </p:nvSpPr>
        <p:spPr>
          <a:xfrm>
            <a:off x="6781680" y="457200"/>
            <a:ext cx="1904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l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i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k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o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e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d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i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M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a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e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r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i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l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e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y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l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e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457200" y="1447920"/>
            <a:ext cx="403812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9999cc"/>
              </a:buClr>
              <a:buSzPct val="7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4648320" y="1447920"/>
            <a:ext cx="403812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9999cc"/>
              </a:buClr>
              <a:buSzPct val="7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ftr" idx="22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sldNum" idx="23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8A0558-8BAD-448C-B59C-4B360BDE2DAA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PlaceHolder 6"/>
          <p:cNvSpPr>
            <a:spLocks noGrp="1"/>
          </p:cNvSpPr>
          <p:nvPr>
            <p:ph type="dt" idx="24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roup 4"/>
          <p:cNvGrpSpPr/>
          <p:nvPr/>
        </p:nvGrpSpPr>
        <p:grpSpPr>
          <a:xfrm>
            <a:off x="0" y="1066680"/>
            <a:ext cx="9143640" cy="545760"/>
            <a:chOff x="0" y="1066680"/>
            <a:chExt cx="9143640" cy="545760"/>
          </a:xfrm>
        </p:grpSpPr>
        <p:sp>
          <p:nvSpPr>
            <p:cNvPr id="161" name="Rectangle 5"/>
            <p:cNvSpPr/>
            <p:nvPr/>
          </p:nvSpPr>
          <p:spPr>
            <a:xfrm>
              <a:off x="0" y="1066680"/>
              <a:ext cx="285480" cy="53316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62" name="Rectangle 6"/>
            <p:cNvSpPr/>
            <p:nvPr/>
          </p:nvSpPr>
          <p:spPr>
            <a:xfrm>
              <a:off x="412920" y="1201680"/>
              <a:ext cx="8730720" cy="274320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63" name="Rectangle 7"/>
            <p:cNvSpPr/>
            <p:nvPr/>
          </p:nvSpPr>
          <p:spPr>
            <a:xfrm>
              <a:off x="409680" y="1201680"/>
              <a:ext cx="137880" cy="14076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64" name="Rectangle 8"/>
            <p:cNvSpPr/>
            <p:nvPr/>
          </p:nvSpPr>
          <p:spPr>
            <a:xfrm>
              <a:off x="547560" y="1066680"/>
              <a:ext cx="13932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65" name="Rectangle 9"/>
            <p:cNvSpPr/>
            <p:nvPr/>
          </p:nvSpPr>
          <p:spPr>
            <a:xfrm>
              <a:off x="547560" y="1201680"/>
              <a:ext cx="139320" cy="1407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66" name="Rectangle 10"/>
            <p:cNvSpPr/>
            <p:nvPr/>
          </p:nvSpPr>
          <p:spPr>
            <a:xfrm>
              <a:off x="274680" y="1341360"/>
              <a:ext cx="13608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67" name="Rectangle 11"/>
            <p:cNvSpPr/>
            <p:nvPr/>
          </p:nvSpPr>
          <p:spPr>
            <a:xfrm>
              <a:off x="131760" y="1203480"/>
              <a:ext cx="140760" cy="13788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68" name="Rectangle 12"/>
            <p:cNvSpPr/>
            <p:nvPr/>
          </p:nvSpPr>
          <p:spPr>
            <a:xfrm>
              <a:off x="409680" y="1338120"/>
              <a:ext cx="137880" cy="1378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69" name="Rectangle 13"/>
            <p:cNvSpPr/>
            <p:nvPr/>
          </p:nvSpPr>
          <p:spPr>
            <a:xfrm>
              <a:off x="274680" y="1476360"/>
              <a:ext cx="136080" cy="1360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</p:grpSp>
      <p:sp>
        <p:nvSpPr>
          <p:cNvPr id="170" name="Text Box 17"/>
          <p:cNvSpPr/>
          <p:nvPr/>
        </p:nvSpPr>
        <p:spPr>
          <a:xfrm>
            <a:off x="6781680" y="457200"/>
            <a:ext cx="1904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9999cc"/>
              </a:buClr>
              <a:buSzPct val="70000"/>
              <a:buFont typeface="Wingdings" charset="2"/>
              <a:buChar char="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00007d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9999cc"/>
              </a:buClr>
              <a:buSzPct val="70000"/>
              <a:buFont typeface="Wingdings" charset="2"/>
              <a:buChar char="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00007d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6" name="PlaceHolder 6"/>
          <p:cNvSpPr>
            <a:spLocks noGrp="1"/>
          </p:cNvSpPr>
          <p:nvPr>
            <p:ph type="ftr" idx="25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PlaceHolder 7"/>
          <p:cNvSpPr>
            <a:spLocks noGrp="1"/>
          </p:cNvSpPr>
          <p:nvPr>
            <p:ph type="sldNum" idx="26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18A8F8D-7863-490C-95BA-0BE53EB0C0E7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PlaceHolder 8"/>
          <p:cNvSpPr>
            <a:spLocks noGrp="1"/>
          </p:cNvSpPr>
          <p:nvPr>
            <p:ph type="dt" idx="27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roup 4"/>
          <p:cNvGrpSpPr/>
          <p:nvPr/>
        </p:nvGrpSpPr>
        <p:grpSpPr>
          <a:xfrm>
            <a:off x="0" y="1066680"/>
            <a:ext cx="9143640" cy="545760"/>
            <a:chOff x="0" y="1066680"/>
            <a:chExt cx="9143640" cy="545760"/>
          </a:xfrm>
        </p:grpSpPr>
        <p:sp>
          <p:nvSpPr>
            <p:cNvPr id="180" name="Rectangle 5"/>
            <p:cNvSpPr/>
            <p:nvPr/>
          </p:nvSpPr>
          <p:spPr>
            <a:xfrm>
              <a:off x="0" y="1066680"/>
              <a:ext cx="285480" cy="53316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81" name="Rectangle 6"/>
            <p:cNvSpPr/>
            <p:nvPr/>
          </p:nvSpPr>
          <p:spPr>
            <a:xfrm>
              <a:off x="412920" y="1201680"/>
              <a:ext cx="8730720" cy="274320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82" name="Rectangle 7"/>
            <p:cNvSpPr/>
            <p:nvPr/>
          </p:nvSpPr>
          <p:spPr>
            <a:xfrm>
              <a:off x="409680" y="1201680"/>
              <a:ext cx="137880" cy="14076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83" name="Rectangle 8"/>
            <p:cNvSpPr/>
            <p:nvPr/>
          </p:nvSpPr>
          <p:spPr>
            <a:xfrm>
              <a:off x="547560" y="1066680"/>
              <a:ext cx="13932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84" name="Rectangle 9"/>
            <p:cNvSpPr/>
            <p:nvPr/>
          </p:nvSpPr>
          <p:spPr>
            <a:xfrm>
              <a:off x="547560" y="1201680"/>
              <a:ext cx="139320" cy="1407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85" name="Rectangle 10"/>
            <p:cNvSpPr/>
            <p:nvPr/>
          </p:nvSpPr>
          <p:spPr>
            <a:xfrm>
              <a:off x="274680" y="1341360"/>
              <a:ext cx="13608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86" name="Rectangle 11"/>
            <p:cNvSpPr/>
            <p:nvPr/>
          </p:nvSpPr>
          <p:spPr>
            <a:xfrm>
              <a:off x="131760" y="1203480"/>
              <a:ext cx="140760" cy="13788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87" name="Rectangle 12"/>
            <p:cNvSpPr/>
            <p:nvPr/>
          </p:nvSpPr>
          <p:spPr>
            <a:xfrm>
              <a:off x="409680" y="1338120"/>
              <a:ext cx="137880" cy="1378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88" name="Rectangle 13"/>
            <p:cNvSpPr/>
            <p:nvPr/>
          </p:nvSpPr>
          <p:spPr>
            <a:xfrm>
              <a:off x="274680" y="1476360"/>
              <a:ext cx="136080" cy="1360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</p:grpSp>
      <p:sp>
        <p:nvSpPr>
          <p:cNvPr id="189" name="Text Box 17"/>
          <p:cNvSpPr/>
          <p:nvPr/>
        </p:nvSpPr>
        <p:spPr>
          <a:xfrm>
            <a:off x="6781680" y="457200"/>
            <a:ext cx="1904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ftr" idx="28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29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DFB624-ADD9-448E-A994-9E745AEEE201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dt" idx="30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roup 4"/>
          <p:cNvGrpSpPr/>
          <p:nvPr/>
        </p:nvGrpSpPr>
        <p:grpSpPr>
          <a:xfrm>
            <a:off x="0" y="1066680"/>
            <a:ext cx="9143640" cy="545760"/>
            <a:chOff x="0" y="1066680"/>
            <a:chExt cx="9143640" cy="545760"/>
          </a:xfrm>
        </p:grpSpPr>
        <p:sp>
          <p:nvSpPr>
            <p:cNvPr id="196" name="Rectangle 5"/>
            <p:cNvSpPr/>
            <p:nvPr/>
          </p:nvSpPr>
          <p:spPr>
            <a:xfrm>
              <a:off x="0" y="1066680"/>
              <a:ext cx="285480" cy="53316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97" name="Rectangle 6"/>
            <p:cNvSpPr/>
            <p:nvPr/>
          </p:nvSpPr>
          <p:spPr>
            <a:xfrm>
              <a:off x="412920" y="1201680"/>
              <a:ext cx="8730720" cy="274320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198" name="Rectangle 7"/>
            <p:cNvSpPr/>
            <p:nvPr/>
          </p:nvSpPr>
          <p:spPr>
            <a:xfrm>
              <a:off x="409680" y="1201680"/>
              <a:ext cx="137880" cy="14076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199" name="Rectangle 8"/>
            <p:cNvSpPr/>
            <p:nvPr/>
          </p:nvSpPr>
          <p:spPr>
            <a:xfrm>
              <a:off x="547560" y="1066680"/>
              <a:ext cx="13932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200" name="Rectangle 9"/>
            <p:cNvSpPr/>
            <p:nvPr/>
          </p:nvSpPr>
          <p:spPr>
            <a:xfrm>
              <a:off x="547560" y="1201680"/>
              <a:ext cx="139320" cy="1407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201" name="Rectangle 10"/>
            <p:cNvSpPr/>
            <p:nvPr/>
          </p:nvSpPr>
          <p:spPr>
            <a:xfrm>
              <a:off x="274680" y="1341360"/>
              <a:ext cx="13608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202" name="Rectangle 11"/>
            <p:cNvSpPr/>
            <p:nvPr/>
          </p:nvSpPr>
          <p:spPr>
            <a:xfrm>
              <a:off x="131760" y="1203480"/>
              <a:ext cx="140760" cy="13788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203" name="Rectangle 12"/>
            <p:cNvSpPr/>
            <p:nvPr/>
          </p:nvSpPr>
          <p:spPr>
            <a:xfrm>
              <a:off x="409680" y="1338120"/>
              <a:ext cx="137880" cy="1378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204" name="Rectangle 13"/>
            <p:cNvSpPr/>
            <p:nvPr/>
          </p:nvSpPr>
          <p:spPr>
            <a:xfrm>
              <a:off x="274680" y="1476360"/>
              <a:ext cx="136080" cy="1360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</p:grpSp>
      <p:sp>
        <p:nvSpPr>
          <p:cNvPr id="205" name="Text Box 17"/>
          <p:cNvSpPr/>
          <p:nvPr/>
        </p:nvSpPr>
        <p:spPr>
          <a:xfrm>
            <a:off x="6781680" y="457200"/>
            <a:ext cx="1904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6" name="PlaceHolder 1"/>
          <p:cNvSpPr>
            <a:spLocks noGrp="1"/>
          </p:cNvSpPr>
          <p:nvPr>
            <p:ph type="ftr" idx="31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sldNum" idx="32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8786870-9ABA-4849-8741-D7864669E9A4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33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roup 4"/>
          <p:cNvGrpSpPr/>
          <p:nvPr/>
        </p:nvGrpSpPr>
        <p:grpSpPr>
          <a:xfrm>
            <a:off x="0" y="1066680"/>
            <a:ext cx="9143640" cy="545760"/>
            <a:chOff x="0" y="1066680"/>
            <a:chExt cx="9143640" cy="545760"/>
          </a:xfrm>
        </p:grpSpPr>
        <p:sp>
          <p:nvSpPr>
            <p:cNvPr id="210" name="Rectangle 5"/>
            <p:cNvSpPr/>
            <p:nvPr/>
          </p:nvSpPr>
          <p:spPr>
            <a:xfrm>
              <a:off x="0" y="1066680"/>
              <a:ext cx="285480" cy="53316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211" name="Rectangle 6"/>
            <p:cNvSpPr/>
            <p:nvPr/>
          </p:nvSpPr>
          <p:spPr>
            <a:xfrm>
              <a:off x="412920" y="1201680"/>
              <a:ext cx="8730720" cy="274320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212" name="Rectangle 7"/>
            <p:cNvSpPr/>
            <p:nvPr/>
          </p:nvSpPr>
          <p:spPr>
            <a:xfrm>
              <a:off x="409680" y="1201680"/>
              <a:ext cx="137880" cy="14076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213" name="Rectangle 8"/>
            <p:cNvSpPr/>
            <p:nvPr/>
          </p:nvSpPr>
          <p:spPr>
            <a:xfrm>
              <a:off x="547560" y="1066680"/>
              <a:ext cx="13932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214" name="Rectangle 9"/>
            <p:cNvSpPr/>
            <p:nvPr/>
          </p:nvSpPr>
          <p:spPr>
            <a:xfrm>
              <a:off x="547560" y="1201680"/>
              <a:ext cx="139320" cy="1407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215" name="Rectangle 10"/>
            <p:cNvSpPr/>
            <p:nvPr/>
          </p:nvSpPr>
          <p:spPr>
            <a:xfrm>
              <a:off x="274680" y="1341360"/>
              <a:ext cx="13608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216" name="Rectangle 11"/>
            <p:cNvSpPr/>
            <p:nvPr/>
          </p:nvSpPr>
          <p:spPr>
            <a:xfrm>
              <a:off x="131760" y="1203480"/>
              <a:ext cx="140760" cy="13788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217" name="Rectangle 12"/>
            <p:cNvSpPr/>
            <p:nvPr/>
          </p:nvSpPr>
          <p:spPr>
            <a:xfrm>
              <a:off x="409680" y="1338120"/>
              <a:ext cx="137880" cy="1378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218" name="Rectangle 13"/>
            <p:cNvSpPr/>
            <p:nvPr/>
          </p:nvSpPr>
          <p:spPr>
            <a:xfrm>
              <a:off x="274680" y="1476360"/>
              <a:ext cx="136080" cy="1360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</p:grpSp>
      <p:sp>
        <p:nvSpPr>
          <p:cNvPr id="219" name="Text Box 17"/>
          <p:cNvSpPr/>
          <p:nvPr/>
        </p:nvSpPr>
        <p:spPr>
          <a:xfrm>
            <a:off x="6781680" y="457200"/>
            <a:ext cx="1904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7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ftr" idx="34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sldNum" idx="35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D41CD5A-1FB0-41F1-A094-1020CFF32B1E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PlaceHolder 6"/>
          <p:cNvSpPr>
            <a:spLocks noGrp="1"/>
          </p:cNvSpPr>
          <p:nvPr>
            <p:ph type="dt" idx="36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4"/>
          <p:cNvGrpSpPr/>
          <p:nvPr/>
        </p:nvGrpSpPr>
        <p:grpSpPr>
          <a:xfrm>
            <a:off x="0" y="1066680"/>
            <a:ext cx="9143640" cy="545760"/>
            <a:chOff x="0" y="1066680"/>
            <a:chExt cx="9143640" cy="545760"/>
          </a:xfrm>
        </p:grpSpPr>
        <p:sp>
          <p:nvSpPr>
            <p:cNvPr id="227" name="Rectangle 5"/>
            <p:cNvSpPr/>
            <p:nvPr/>
          </p:nvSpPr>
          <p:spPr>
            <a:xfrm>
              <a:off x="0" y="1066680"/>
              <a:ext cx="285480" cy="53316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228" name="Rectangle 6"/>
            <p:cNvSpPr/>
            <p:nvPr/>
          </p:nvSpPr>
          <p:spPr>
            <a:xfrm>
              <a:off x="412920" y="1201680"/>
              <a:ext cx="8730720" cy="274320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229" name="Rectangle 7"/>
            <p:cNvSpPr/>
            <p:nvPr/>
          </p:nvSpPr>
          <p:spPr>
            <a:xfrm>
              <a:off x="409680" y="1201680"/>
              <a:ext cx="137880" cy="14076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230" name="Rectangle 8"/>
            <p:cNvSpPr/>
            <p:nvPr/>
          </p:nvSpPr>
          <p:spPr>
            <a:xfrm>
              <a:off x="547560" y="1066680"/>
              <a:ext cx="13932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231" name="Rectangle 9"/>
            <p:cNvSpPr/>
            <p:nvPr/>
          </p:nvSpPr>
          <p:spPr>
            <a:xfrm>
              <a:off x="547560" y="1201680"/>
              <a:ext cx="139320" cy="1407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232" name="Rectangle 10"/>
            <p:cNvSpPr/>
            <p:nvPr/>
          </p:nvSpPr>
          <p:spPr>
            <a:xfrm>
              <a:off x="274680" y="1341360"/>
              <a:ext cx="136080" cy="137880"/>
            </a:xfrm>
            <a:prstGeom prst="rect">
              <a:avLst/>
            </a:prstGeom>
            <a:solidFill>
              <a:schemeClr val="fol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hlink"/>
                </a:solidFill>
                <a:latin typeface="Arial"/>
              </a:endParaRPr>
            </a:p>
          </p:txBody>
        </p:sp>
        <p:sp>
          <p:nvSpPr>
            <p:cNvPr id="233" name="Rectangle 11"/>
            <p:cNvSpPr/>
            <p:nvPr/>
          </p:nvSpPr>
          <p:spPr>
            <a:xfrm>
              <a:off x="131760" y="1203480"/>
              <a:ext cx="140760" cy="137880"/>
            </a:xfrm>
            <a:prstGeom prst="rect">
              <a:avLst/>
            </a:prstGeom>
            <a:solidFill>
              <a:schemeClr val="bg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imes New Roman"/>
              </a:endParaRPr>
            </a:p>
          </p:txBody>
        </p:sp>
        <p:sp>
          <p:nvSpPr>
            <p:cNvPr id="234" name="Rectangle 12"/>
            <p:cNvSpPr/>
            <p:nvPr/>
          </p:nvSpPr>
          <p:spPr>
            <a:xfrm>
              <a:off x="409680" y="1338120"/>
              <a:ext cx="137880" cy="1378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235" name="Rectangle 13"/>
            <p:cNvSpPr/>
            <p:nvPr/>
          </p:nvSpPr>
          <p:spPr>
            <a:xfrm>
              <a:off x="274680" y="1476360"/>
              <a:ext cx="136080" cy="1360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accent2"/>
                </a:solidFill>
                <a:latin typeface="Arial"/>
              </a:endParaRPr>
            </a:p>
          </p:txBody>
        </p:sp>
      </p:grpSp>
      <p:sp>
        <p:nvSpPr>
          <p:cNvPr id="236" name="Text Box 17"/>
          <p:cNvSpPr/>
          <p:nvPr/>
        </p:nvSpPr>
        <p:spPr>
          <a:xfrm>
            <a:off x="6781680" y="457200"/>
            <a:ext cx="1904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ftr" idx="37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sldNum" idx="38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F112D8-8504-4806-B9C9-795FC547CC27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6"/>
          <p:cNvSpPr>
            <a:spLocks noGrp="1"/>
          </p:cNvSpPr>
          <p:nvPr>
            <p:ph type="dt" idx="39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3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5.wmf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7.wmf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.wmf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.wmf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1.wmf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3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4.wmf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5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17.wmf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8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9.wmf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0.wmf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2971800" y="1828800"/>
            <a:ext cx="6019560" cy="2209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ffffff"/>
                </a:solidFill>
                <a:latin typeface="Arial"/>
              </a:rPr>
              <a:t>Chapter 7 </a:t>
            </a:r>
            <a:br>
              <a:rPr sz="3600"/>
            </a:br>
            <a:r>
              <a:rPr b="0" lang="en-US" sz="3600" spc="-1" strike="noStrike">
                <a:solidFill>
                  <a:srgbClr val="ffffff"/>
                </a:solidFill>
                <a:latin typeface="Arial"/>
              </a:rPr>
              <a:t>Random-Number Generation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subTitle"/>
          </p:nvPr>
        </p:nvSpPr>
        <p:spPr>
          <a:xfrm>
            <a:off x="2971800" y="4267080"/>
            <a:ext cx="6019560" cy="1752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r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Banks, 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Carson, 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Nelson &amp; 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Nicol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i="1" lang="en-US" sz="2800" spc="-1" strike="noStrike">
                <a:solidFill>
                  <a:schemeClr val="dk1"/>
                </a:solidFill>
                <a:latin typeface="Arial"/>
              </a:rPr>
              <a:t>Discrete-</a:t>
            </a:r>
            <a:r>
              <a:rPr b="0" i="1" lang="en-US" sz="2800" spc="-1" strike="noStrike">
                <a:solidFill>
                  <a:schemeClr val="dk1"/>
                </a:solidFill>
                <a:latin typeface="Arial"/>
              </a:rPr>
              <a:t>Event </a:t>
            </a:r>
            <a:r>
              <a:rPr b="0" i="1" lang="en-US" sz="2800" spc="-1" strike="noStrike">
                <a:solidFill>
                  <a:schemeClr val="dk1"/>
                </a:solidFill>
                <a:latin typeface="Arial"/>
              </a:rPr>
              <a:t>System </a:t>
            </a:r>
            <a:r>
              <a:rPr b="0" i="1" lang="en-US" sz="2800" spc="-1" strike="noStrike">
                <a:solidFill>
                  <a:schemeClr val="dk1"/>
                </a:solidFill>
                <a:latin typeface="Arial"/>
              </a:rPr>
              <a:t>Simulation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Num" idx="43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90B7C2-A6DD-4023-A2F5-76F977672D2E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Purpose &amp; Overview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22924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Discuss the generation of random numbers.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Introduce the subsequent testing for randomness: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Frequency test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Autocorrelation test.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Num" idx="44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E19C71C-B7F7-4B3C-8DC0-610A566EC92D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Properties of Random Numbers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457840" cy="4952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Two important statistical properties: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Uniformity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Independence.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Random Number, 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R</a:t>
            </a:r>
            <a:r>
              <a:rPr b="0" i="1" lang="en-US" sz="2400" spc="-1" strike="noStrike" baseline="-25000">
                <a:solidFill>
                  <a:schemeClr val="dk1"/>
                </a:solidFill>
                <a:latin typeface="Arial"/>
              </a:rPr>
              <a:t>i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, must be independently drawn from a uniform distribution with pdf: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57" name="Picture 24" descr="07-1"/>
          <p:cNvPicPr/>
          <p:nvPr/>
        </p:nvPicPr>
        <p:blipFill>
          <a:blip r:embed="rId1"/>
          <a:stretch/>
        </p:blipFill>
        <p:spPr>
          <a:xfrm>
            <a:off x="5257800" y="3352680"/>
            <a:ext cx="3580920" cy="2223720"/>
          </a:xfrm>
          <a:prstGeom prst="rect">
            <a:avLst/>
          </a:prstGeom>
          <a:ln w="0">
            <a:noFill/>
          </a:ln>
        </p:spPr>
      </p:pic>
      <p:sp>
        <p:nvSpPr>
          <p:cNvPr id="258" name="Text Box 21"/>
          <p:cNvSpPr/>
          <p:nvPr/>
        </p:nvSpPr>
        <p:spPr>
          <a:xfrm>
            <a:off x="5791320" y="5699160"/>
            <a:ext cx="2209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Figure: pdf for random numbers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9" name="Object 26"/>
          <p:cNvGraphicFramePr/>
          <p:nvPr/>
        </p:nvGraphicFramePr>
        <p:xfrm>
          <a:off x="1143000" y="3687840"/>
          <a:ext cx="2819160" cy="960120"/>
        </p:xfrm>
        <a:graphic>
          <a:graphicData uri="http://schemas.openxmlformats.org/presentationml/2006/ole">
            <p:oleObj progId="Equation.3" r:id="rId2" spid="">
              <p:embed/>
              <p:pic>
                <p:nvPicPr>
                  <p:cNvPr id="260" name="Object 26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143000" y="3687840"/>
                    <a:ext cx="2819160" cy="9601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61" name="Object 28"/>
          <p:cNvGraphicFramePr/>
          <p:nvPr/>
        </p:nvGraphicFramePr>
        <p:xfrm>
          <a:off x="1066680" y="4724280"/>
          <a:ext cx="3276360" cy="1211040"/>
        </p:xfrm>
        <a:graphic>
          <a:graphicData uri="http://schemas.openxmlformats.org/presentationml/2006/ole">
            <p:oleObj progId="Equation.3" r:id="rId4" spid="">
              <p:embed/>
              <p:pic>
                <p:nvPicPr>
                  <p:cNvPr id="262" name="Object 28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066680" y="4724280"/>
                    <a:ext cx="3276360" cy="12110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Num" idx="45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B3B247F-448C-4A85-9FF1-EBB21BD2E04C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Generation of Pseudo-Random Numbers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229240" cy="4495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“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Pseudo”, because generating numbers using a known method removes the potential for true randomness.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Goal: To produce a sequence of numbers in [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0,1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] that simulates, or imitates, the ideal properties of random numbers (RN).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Important considerations in RN routines: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Fast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Portable to different computers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Have sufficiently long cycle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Replicable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Closely approximate the ideal statistical properties of uniformity and independence.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Num" idx="46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1453093-3575-436A-885C-A5459064D0DF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53416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Techniques for Generating Random Numbers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/>
          </p:nvPr>
        </p:nvSpPr>
        <p:spPr>
          <a:xfrm>
            <a:off x="457200" y="1981080"/>
            <a:ext cx="815292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Linear Congruential Method (LCM).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Combined Linear Congruential Generators (CLCG).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Random-Number Streams.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Num" idx="47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C596D2-C9B9-48CB-A068-5682ADC35D8F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Linear Congruential Method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lt2"/>
                </a:solidFill>
                <a:latin typeface="Arial"/>
              </a:rPr>
              <a:t>[Techniques]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457200" y="1600200"/>
            <a:ext cx="792432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9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To produce a sequence of integers, 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2200" spc="-1" strike="noStrike" baseline="-25000">
                <a:solidFill>
                  <a:schemeClr val="dk1"/>
                </a:solidFill>
                <a:latin typeface="Arial"/>
              </a:rPr>
              <a:t>1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, X</a:t>
            </a:r>
            <a:r>
              <a:rPr b="0" i="1" lang="en-US" sz="2200" spc="-1" strike="noStrike" baseline="-25000">
                <a:solidFill>
                  <a:schemeClr val="dk1"/>
                </a:solidFill>
                <a:latin typeface="Arial"/>
              </a:rPr>
              <a:t>2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, …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 between 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0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 and 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m-1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 by following a recursive relationship: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39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39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39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39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39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The selection of the values for 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a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, 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, 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m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, and 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22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 drastically affects the statistical properties and the cycle length.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The random integers are being generated [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0,m-1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], and to convert the integers to random numbers: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272" name="Object 10"/>
          <p:cNvGraphicFramePr/>
          <p:nvPr/>
        </p:nvGraphicFramePr>
        <p:xfrm>
          <a:off x="2362320" y="2338560"/>
          <a:ext cx="3962160" cy="40752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273" name="Object 10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362320" y="2338560"/>
                    <a:ext cx="3962160" cy="4075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74" name="AutoShape 12"/>
          <p:cNvSpPr/>
          <p:nvPr/>
        </p:nvSpPr>
        <p:spPr>
          <a:xfrm>
            <a:off x="1752480" y="3200400"/>
            <a:ext cx="685440" cy="68544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320"/>
              </a:spcBef>
            </a:pPr>
            <a:endParaRPr b="0" lang="id-ID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5" name="AutoShape 13"/>
          <p:cNvSpPr/>
          <p:nvPr/>
        </p:nvSpPr>
        <p:spPr>
          <a:xfrm>
            <a:off x="1752480" y="3124080"/>
            <a:ext cx="990360" cy="533160"/>
          </a:xfrm>
          <a:prstGeom prst="wedgeRoundRectCallout">
            <a:avLst>
              <a:gd name="adj1" fmla="val 98398"/>
              <a:gd name="adj2" fmla="val -121431"/>
              <a:gd name="adj3" fmla="val 16667"/>
            </a:avLst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The multiplier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AutoShape 14"/>
          <p:cNvSpPr/>
          <p:nvPr/>
        </p:nvSpPr>
        <p:spPr>
          <a:xfrm>
            <a:off x="3505320" y="3124080"/>
            <a:ext cx="1142640" cy="533160"/>
          </a:xfrm>
          <a:prstGeom prst="wedgeRoundRectCallout">
            <a:avLst>
              <a:gd name="adj1" fmla="val -12917"/>
              <a:gd name="adj2" fmla="val -133333"/>
              <a:gd name="adj3" fmla="val 16667"/>
            </a:avLst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The increment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AutoShape 15"/>
          <p:cNvSpPr/>
          <p:nvPr/>
        </p:nvSpPr>
        <p:spPr>
          <a:xfrm>
            <a:off x="5181480" y="3048120"/>
            <a:ext cx="1066320" cy="533160"/>
          </a:xfrm>
          <a:prstGeom prst="wedgeRoundRectCallout">
            <a:avLst>
              <a:gd name="adj1" fmla="val -75597"/>
              <a:gd name="adj2" fmla="val -116370"/>
              <a:gd name="adj3" fmla="val 16667"/>
            </a:avLst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The modulus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8" name="Object 18"/>
          <p:cNvGraphicFramePr/>
          <p:nvPr/>
        </p:nvGraphicFramePr>
        <p:xfrm>
          <a:off x="3276720" y="5659560"/>
          <a:ext cx="2057040" cy="664920"/>
        </p:xfrm>
        <a:graphic>
          <a:graphicData uri="http://schemas.openxmlformats.org/presentationml/2006/ole">
            <p:oleObj progId="Equation.3" r:id="rId3" spid="">
              <p:embed/>
              <p:pic>
                <p:nvPicPr>
                  <p:cNvPr id="279" name="Object 18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3276720" y="5659560"/>
                    <a:ext cx="2057040" cy="664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Num" idx="48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702BC4-65CB-484C-959B-2ED40EB9E22C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Example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lt2"/>
                </a:solidFill>
                <a:latin typeface="Arial"/>
              </a:rPr>
              <a:t>[LCM]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15292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Use 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24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 = 27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, 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a = 17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, 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c = 43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, and 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m = 100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The 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2400" spc="-1" strike="noStrike" baseline="-25000">
                <a:solidFill>
                  <a:schemeClr val="dk1"/>
                </a:solidFill>
                <a:latin typeface="Arial"/>
              </a:rPr>
              <a:t>i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and 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R</a:t>
            </a:r>
            <a:r>
              <a:rPr b="0" i="1" lang="en-US" sz="2400" spc="-1" strike="noStrike" baseline="-25000">
                <a:solidFill>
                  <a:schemeClr val="dk1"/>
                </a:solidFill>
                <a:latin typeface="Arial"/>
              </a:rPr>
              <a:t>i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values are: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lang="en-US" sz="2000" spc="-1" strike="noStrike" baseline="-25000">
                <a:solidFill>
                  <a:schemeClr val="dk1"/>
                </a:solidFill>
                <a:latin typeface="Arial"/>
              </a:rPr>
              <a:t>1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(17*27+43) mod 100 = 502 mod 100 = 2,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1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0.02;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lang="en-US" sz="2000" spc="-1" strike="noStrike" baseline="-25000">
                <a:solidFill>
                  <a:schemeClr val="dk1"/>
                </a:solidFill>
                <a:latin typeface="Arial"/>
              </a:rPr>
              <a:t>2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(17*2+</a:t>
            </a:r>
            <a:r>
              <a:rPr b="0" i="1" lang="en-US" sz="2000" spc="-1" strike="noStrike">
                <a:solidFill>
                  <a:srgbClr val="ff0000"/>
                </a:solidFill>
                <a:latin typeface="Arial"/>
              </a:rPr>
              <a:t>43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) mod 100 = 77,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2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0.77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;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lang="en-US" sz="2000" spc="-1" strike="noStrike" baseline="-25000">
                <a:solidFill>
                  <a:schemeClr val="dk1"/>
                </a:solidFill>
                <a:latin typeface="Arial"/>
              </a:rPr>
              <a:t>3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(17*77+</a:t>
            </a:r>
            <a:r>
              <a:rPr b="0" i="1" lang="en-US" sz="2000" spc="-1" strike="noStrike">
                <a:solidFill>
                  <a:srgbClr val="ff0000"/>
                </a:solidFill>
                <a:latin typeface="Arial"/>
              </a:rPr>
              <a:t>43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) mod 100 = 52,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3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0.52;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…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Num" idx="49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1D21C2-1400-4B7D-AD05-328B4CB52AAA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Characteristics of a Good Generator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lt2"/>
                </a:solidFill>
                <a:latin typeface="Arial"/>
              </a:rPr>
              <a:t>[LCM]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15292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9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Maximum Density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Such that he values assumed by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, i = 1,2,…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, leave no large gaps on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[0,1]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Problem: Instead of continuous, each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is discrete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Solution: a very large integer for modulus m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36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Approximation appears to be of little consequence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Maximum Period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To achieve maximum density and avoid cycling.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Achieve by: proper choice of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,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,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, and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Most digital computers use a binary representation of numbers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Speed and efficiency are aided by a modulus,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, to be (or close to) a power of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2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Num" idx="50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E43202-DB26-4D94-BC6B-03F19932CCB1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Combined Linear Congruential Generators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lt2"/>
                </a:solidFill>
                <a:latin typeface="Arial"/>
              </a:rPr>
              <a:t>[Techniques]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686440" cy="480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Reason: Longer period generator is needed because of the increasing complexity of stimulated systems.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Approach: Combine two or more multiplicative congruential generators.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Let 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2200" spc="-1" strike="noStrike" baseline="-15000">
                <a:solidFill>
                  <a:schemeClr val="dk1"/>
                </a:solidFill>
                <a:latin typeface="Arial"/>
              </a:rPr>
              <a:t>i,1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, X</a:t>
            </a:r>
            <a:r>
              <a:rPr b="0" i="1" lang="en-US" sz="2200" spc="-1" strike="noStrike" baseline="-15000">
                <a:solidFill>
                  <a:schemeClr val="dk1"/>
                </a:solidFill>
                <a:latin typeface="Arial"/>
              </a:rPr>
              <a:t>i,2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, …,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2200" spc="-1" strike="noStrike" baseline="-15000">
                <a:solidFill>
                  <a:schemeClr val="dk1"/>
                </a:solidFill>
                <a:latin typeface="Arial"/>
              </a:rPr>
              <a:t>i,k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,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 be the 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i</a:t>
            </a:r>
            <a:r>
              <a:rPr b="0" lang="en-US" sz="2200" spc="-1" strike="noStrike" baseline="30000">
                <a:solidFill>
                  <a:schemeClr val="dk1"/>
                </a:solidFill>
                <a:latin typeface="Arial"/>
              </a:rPr>
              <a:t>th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 output from 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k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 different multiplicative congruential generators.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The j</a:t>
            </a:r>
            <a:r>
              <a:rPr b="0" lang="en-US" sz="2000" spc="-1" strike="noStrike" baseline="30000">
                <a:solidFill>
                  <a:schemeClr val="dk1"/>
                </a:solidFill>
                <a:latin typeface="Arial"/>
              </a:rPr>
              <a:t>th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generator: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Has prime modulus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m</a:t>
            </a:r>
            <a:r>
              <a:rPr b="0" i="1" lang="en-US" sz="2000" spc="-1" strike="noStrike" baseline="-15000">
                <a:solidFill>
                  <a:schemeClr val="dk1"/>
                </a:solidFill>
                <a:latin typeface="Arial"/>
              </a:rPr>
              <a:t>j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and multiplier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a</a:t>
            </a:r>
            <a:r>
              <a:rPr b="0" i="1" lang="en-US" sz="2000" spc="-1" strike="noStrike" baseline="-15000">
                <a:solidFill>
                  <a:schemeClr val="dk1"/>
                </a:solidFill>
                <a:latin typeface="Arial"/>
              </a:rPr>
              <a:t>j  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and period is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m</a:t>
            </a:r>
            <a:r>
              <a:rPr b="0" i="1" lang="en-US" sz="2000" spc="-1" strike="noStrike" baseline="-15000">
                <a:solidFill>
                  <a:schemeClr val="dk1"/>
                </a:solidFill>
                <a:latin typeface="Arial"/>
              </a:rPr>
              <a:t>j-1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Produces integers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2000" spc="-1" strike="noStrike" baseline="-15000">
                <a:solidFill>
                  <a:schemeClr val="dk1"/>
                </a:solidFill>
                <a:latin typeface="Arial"/>
              </a:rPr>
              <a:t>i,j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is approx ~ Uniform on integers in [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1, mj-1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]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W</a:t>
            </a:r>
            <a:r>
              <a:rPr b="0" i="1" lang="en-US" sz="2000" spc="-1" strike="noStrike" baseline="-15000">
                <a:solidFill>
                  <a:schemeClr val="dk1"/>
                </a:solidFill>
                <a:latin typeface="Arial"/>
              </a:rPr>
              <a:t>i,j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X</a:t>
            </a:r>
            <a:r>
              <a:rPr b="0" i="1" lang="en-US" sz="2000" spc="-1" strike="noStrike" baseline="-15000">
                <a:solidFill>
                  <a:schemeClr val="dk1"/>
                </a:solidFill>
                <a:latin typeface="Arial"/>
              </a:rPr>
              <a:t>i,j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-1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is approx ~ Uniform on integers in [0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, mj-2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]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Num" idx="51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124DF34-E2F3-4FF8-8849-D5CC5A2956AA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Combined Linear Congruential Generators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lt2"/>
                </a:solidFill>
                <a:latin typeface="Arial"/>
              </a:rPr>
              <a:t>[Techniques]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229240" cy="480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Suggested form: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The maximum possible period is: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ri=x1/m1 xi&gt;0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Ri= m1-m/m1, xi=0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292" name="Object 4"/>
          <p:cNvGraphicFramePr/>
          <p:nvPr/>
        </p:nvGraphicFramePr>
        <p:xfrm>
          <a:off x="1523880" y="2057400"/>
          <a:ext cx="3504960" cy="84096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293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523880" y="2057400"/>
                    <a:ext cx="3504960" cy="840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94" name="Object 8"/>
          <p:cNvGraphicFramePr/>
          <p:nvPr/>
        </p:nvGraphicFramePr>
        <p:xfrm>
          <a:off x="3886200" y="5236920"/>
          <a:ext cx="3047760" cy="664920"/>
        </p:xfrm>
        <a:graphic>
          <a:graphicData uri="http://schemas.openxmlformats.org/presentationml/2006/ole">
            <p:oleObj progId="Equation.3" r:id="rId3" spid="">
              <p:embed/>
              <p:pic>
                <p:nvPicPr>
                  <p:cNvPr id="295" name="Object 8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3886200" y="5236920"/>
                    <a:ext cx="3047760" cy="664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96" name="AutoShape 9"/>
          <p:cNvSpPr/>
          <p:nvPr/>
        </p:nvSpPr>
        <p:spPr>
          <a:xfrm>
            <a:off x="1600200" y="3124080"/>
            <a:ext cx="1904760" cy="761760"/>
          </a:xfrm>
          <a:prstGeom prst="wedgeRoundRectCallout">
            <a:avLst>
              <a:gd name="adj1" fmla="val 14000"/>
              <a:gd name="adj2" fmla="val -115417"/>
              <a:gd name="adj3" fmla="val 16667"/>
            </a:avLst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The coefficient: Performs the subtraction </a:t>
            </a: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1400" spc="-1" strike="noStrike" baseline="-15000">
                <a:solidFill>
                  <a:schemeClr val="dk1"/>
                </a:solidFill>
                <a:latin typeface="Arial"/>
              </a:rPr>
              <a:t>i,</a:t>
            </a:r>
            <a:r>
              <a:rPr b="0" i="1" lang="en-US" sz="1600" spc="-1" strike="noStrike" baseline="-25000">
                <a:solidFill>
                  <a:schemeClr val="dk1"/>
                </a:solidFill>
                <a:latin typeface="Arial"/>
              </a:rPr>
              <a:t>1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-1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Num" idx="52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DD6190B-913C-4600-813C-37144194545B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Combined Linear Congruential Generators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lt2"/>
                </a:solidFill>
                <a:latin typeface="Arial"/>
              </a:rPr>
              <a:t>[Techniques]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229240" cy="510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Example: For 32-bit computers, L’Ecuyer [1988] suggests combining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k = 2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generators with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m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1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2,147,483,563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,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a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1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40,014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,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m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2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2,147,483,399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and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a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2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20,692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. The algorithm becomes: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Step 1: Select seeds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20"/>
              </a:spcBef>
              <a:buClr>
                <a:srgbClr val="00007d"/>
              </a:buClr>
              <a:buSzPct val="65000"/>
              <a:buFont typeface="Wingdings" charset="2"/>
              <a:buChar char=""/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1600" spc="-1" strike="noStrike" baseline="-25000">
                <a:solidFill>
                  <a:schemeClr val="dk1"/>
                </a:solidFill>
                <a:latin typeface="Arial"/>
              </a:rPr>
              <a:t>1,0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in the range [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1,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2,147,483,562] 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for the 1</a:t>
            </a:r>
            <a:r>
              <a:rPr b="0" lang="en-US" sz="1600" spc="-1" strike="noStrike" baseline="30000">
                <a:solidFill>
                  <a:schemeClr val="dk1"/>
                </a:solidFill>
                <a:latin typeface="Arial"/>
              </a:rPr>
              <a:t>st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generator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20"/>
              </a:spcBef>
              <a:buClr>
                <a:srgbClr val="00007d"/>
              </a:buClr>
              <a:buSzPct val="65000"/>
              <a:buFont typeface="Wingdings" charset="2"/>
              <a:buChar char=""/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1600" spc="-1" strike="noStrike" baseline="-25000">
                <a:solidFill>
                  <a:schemeClr val="dk1"/>
                </a:solidFill>
                <a:latin typeface="Arial"/>
              </a:rPr>
              <a:t>2,0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in the range [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1,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2,147,483,398]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for the 2</a:t>
            </a:r>
            <a:r>
              <a:rPr b="0" lang="en-US" sz="1600" spc="-1" strike="noStrike" baseline="30000">
                <a:solidFill>
                  <a:schemeClr val="dk1"/>
                </a:solidFill>
                <a:latin typeface="Arial"/>
              </a:rPr>
              <a:t>nd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generator. 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	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marL="1143000" indent="-2286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Step 2: 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For each individual generator,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marL="1143000" indent="-2286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1600" spc="-1" strike="noStrike" baseline="-25000">
                <a:solidFill>
                  <a:schemeClr val="dk1"/>
                </a:solidFill>
                <a:latin typeface="Arial"/>
              </a:rPr>
              <a:t>1,j+1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= 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40,014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1600" spc="-1" strike="noStrike" baseline="-25000">
                <a:solidFill>
                  <a:schemeClr val="dk1"/>
                </a:solidFill>
                <a:latin typeface="Arial"/>
              </a:rPr>
              <a:t>1,j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mod 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2,147,483,563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marL="1143000" indent="-2286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1600" spc="-1" strike="noStrike" baseline="-25000">
                <a:solidFill>
                  <a:schemeClr val="dk1"/>
                </a:solidFill>
                <a:latin typeface="Arial"/>
              </a:rPr>
              <a:t>2,j+1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= 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40,692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1600" spc="-1" strike="noStrike" baseline="-25000">
                <a:solidFill>
                  <a:schemeClr val="dk1"/>
                </a:solidFill>
                <a:latin typeface="Arial"/>
              </a:rPr>
              <a:t>1,j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mod 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2,147,483,399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Step 3: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1600" spc="-1" strike="noStrike" baseline="-25000">
                <a:solidFill>
                  <a:schemeClr val="dk1"/>
                </a:solidFill>
                <a:latin typeface="Arial"/>
              </a:rPr>
              <a:t>j+1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= (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1600" spc="-1" strike="noStrike" baseline="-25000">
                <a:solidFill>
                  <a:schemeClr val="dk1"/>
                </a:solidFill>
                <a:latin typeface="Arial"/>
              </a:rPr>
              <a:t>1,j+1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 - 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1600" spc="-1" strike="noStrike" baseline="-25000">
                <a:solidFill>
                  <a:schemeClr val="dk1"/>
                </a:solidFill>
                <a:latin typeface="Arial"/>
              </a:rPr>
              <a:t>2,j+1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) mod </a:t>
            </a:r>
            <a:r>
              <a:rPr b="0" i="1" lang="en-US" sz="1600" spc="-1" strike="noStrike">
                <a:solidFill>
                  <a:schemeClr val="dk1"/>
                </a:solidFill>
                <a:latin typeface="Arial"/>
              </a:rPr>
              <a:t>2,147,483,562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Step 4: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Return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Step 5: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Set 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j = j+1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, go back to step 2.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9999cc"/>
              </a:buClr>
              <a:buSzPct val="80000"/>
              <a:buFont typeface="Wingdings" charset="2"/>
              <a:buChar char="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Combined generator has period: 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(m</a:t>
            </a:r>
            <a:r>
              <a:rPr b="0" i="1" lang="en-US" sz="1800" spc="-1" strike="noStrike" baseline="-25000">
                <a:solidFill>
                  <a:schemeClr val="dk1"/>
                </a:solidFill>
                <a:latin typeface="Arial"/>
              </a:rPr>
              <a:t>1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 – 1)(m</a:t>
            </a:r>
            <a:r>
              <a:rPr b="0" i="1" lang="en-US" sz="1800" spc="-1" strike="noStrike" baseline="-25000">
                <a:solidFill>
                  <a:schemeClr val="dk1"/>
                </a:solidFill>
                <a:latin typeface="Arial"/>
              </a:rPr>
              <a:t>2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 – 1)/2 = 2 x 10</a:t>
            </a:r>
            <a:r>
              <a:rPr b="0" i="1" lang="en-US" sz="1800" spc="-1" strike="noStrike" baseline="30000">
                <a:solidFill>
                  <a:schemeClr val="dk1"/>
                </a:solidFill>
                <a:latin typeface="Arial"/>
              </a:rPr>
              <a:t>18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300" name="Object 6"/>
          <p:cNvGraphicFramePr/>
          <p:nvPr/>
        </p:nvGraphicFramePr>
        <p:xfrm>
          <a:off x="2819520" y="4572000"/>
          <a:ext cx="3195360" cy="123948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301" name="Object 6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819520" y="4572000"/>
                    <a:ext cx="3195360" cy="12394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Num" idx="53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2ED9E6-FD8D-4E4E-944A-91B0555CD9F6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Random-Numbers Streams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lt2"/>
                </a:solidFill>
                <a:latin typeface="Arial"/>
              </a:rPr>
              <a:t>[Techniques]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30556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The seed for a linear congruential random-number generator: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36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Is the integer value 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18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 that initializes the random-number sequence.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36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Any value in the sequence can be used to “seed” the generator.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 random-number stream: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36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Refers to a starting seed taken from the sequence 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X</a:t>
            </a:r>
            <a:r>
              <a:rPr b="0" i="1" lang="en-US" sz="18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, X</a:t>
            </a:r>
            <a:r>
              <a:rPr b="0" i="1" lang="en-US" sz="1800" spc="-1" strike="noStrike" baseline="-25000">
                <a:solidFill>
                  <a:schemeClr val="dk1"/>
                </a:solidFill>
                <a:latin typeface="Arial"/>
              </a:rPr>
              <a:t>1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, …, X</a:t>
            </a:r>
            <a:r>
              <a:rPr b="0" i="1" lang="en-US" sz="1800" spc="-1" strike="noStrike" baseline="-25000">
                <a:solidFill>
                  <a:schemeClr val="dk1"/>
                </a:solidFill>
                <a:latin typeface="Arial"/>
              </a:rPr>
              <a:t>P.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36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If the streams are 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b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 values apart, then stream 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 could defined by starting seed: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60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36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Older generators: 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b = 10</a:t>
            </a:r>
            <a:r>
              <a:rPr b="0" i="1" lang="en-US" sz="1800" spc="-1" strike="noStrike" baseline="30000">
                <a:solidFill>
                  <a:schemeClr val="dk1"/>
                </a:solidFill>
                <a:latin typeface="Arial"/>
              </a:rPr>
              <a:t>5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; Newer generators: 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b = 10</a:t>
            </a:r>
            <a:r>
              <a:rPr b="0" i="1" lang="en-US" sz="1800" spc="-1" strike="noStrike" baseline="30000">
                <a:solidFill>
                  <a:schemeClr val="dk1"/>
                </a:solidFill>
                <a:latin typeface="Arial"/>
              </a:rPr>
              <a:t>37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 single random-number generator with k streams can act like k distinct virtual random-number generators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To compare two or more alternative systems.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36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Advantageous to dedicate portions of the pseudo-random number sequence to the same purpose in each of the simulated systems.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305" name="Object 9"/>
          <p:cNvGraphicFramePr/>
          <p:nvPr/>
        </p:nvGraphicFramePr>
        <p:xfrm>
          <a:off x="2362320" y="3359160"/>
          <a:ext cx="1066320" cy="37440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306" name="Object 9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362320" y="3359160"/>
                    <a:ext cx="1066320" cy="3744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Num" idx="54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89E891-6AC1-4592-A2B1-B505685E238C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Tests for Random Numbers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152920" cy="480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Two categories: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Testing for uniformity: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H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:   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~ U[0,1]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H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1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:   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~ bukan U[0,1]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SzPct val="6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Failure to reject the null hypothesis, H</a:t>
            </a:r>
            <a:r>
              <a:rPr b="0" lang="en-US" sz="18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, means that evidence of non-uniformity has not been detected.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Testing for independence: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H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:   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~ independently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H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1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:   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~ bukan independently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7d"/>
              </a:buClr>
              <a:buSzPct val="6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Failure to reject the null hypothesis, H</a:t>
            </a:r>
            <a:r>
              <a:rPr b="0" lang="en-US" sz="18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, means that evidence of dependence has not been detected.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Level of significance </a:t>
            </a:r>
            <a:r>
              <a:rPr b="0" lang="en-US" sz="2200" spc="-1" strike="noStrike">
                <a:solidFill>
                  <a:schemeClr val="dk1"/>
                </a:solidFill>
                <a:latin typeface="Symbol"/>
              </a:rPr>
              <a:t>a, 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the probability of rejecting H</a:t>
            </a:r>
            <a:r>
              <a:rPr b="0" lang="en-US" sz="22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 when it is true: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 </a:t>
            </a:r>
            <a:r>
              <a:rPr b="0" i="1" lang="en-US" sz="2400" spc="-1" strike="noStrike">
                <a:solidFill>
                  <a:schemeClr val="dk1"/>
                </a:solidFill>
                <a:latin typeface="Symbol"/>
              </a:rPr>
              <a:t>	</a:t>
            </a:r>
            <a:r>
              <a:rPr b="0" i="1" lang="en-US" sz="2400" spc="-1" strike="noStrike">
                <a:solidFill>
                  <a:schemeClr val="dk1"/>
                </a:solidFill>
                <a:latin typeface="Symbol"/>
              </a:rPr>
              <a:t>	</a:t>
            </a:r>
            <a:r>
              <a:rPr b="0" i="1" lang="en-US" sz="2200" spc="-1" strike="noStrike">
                <a:solidFill>
                  <a:schemeClr val="dk1"/>
                </a:solidFill>
                <a:latin typeface="Symbol"/>
              </a:rPr>
              <a:t>a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 = P(reject H</a:t>
            </a:r>
            <a:r>
              <a:rPr b="0" i="1" lang="en-US" sz="22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|H</a:t>
            </a:r>
            <a:r>
              <a:rPr b="0" i="1" lang="en-US" sz="22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 is true)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0" name="Text Box 7"/>
          <p:cNvSpPr/>
          <p:nvPr/>
        </p:nvSpPr>
        <p:spPr>
          <a:xfrm>
            <a:off x="3124080" y="2651040"/>
            <a:ext cx="380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Box 8"/>
          <p:cNvSpPr/>
          <p:nvPr/>
        </p:nvSpPr>
        <p:spPr>
          <a:xfrm>
            <a:off x="3124080" y="4343400"/>
            <a:ext cx="380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Num" idx="55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3477B7-A502-41D7-9B43-6960A1D66A13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Tests for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Random 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Numbers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229240" cy="480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When to use these tests: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If a well-known simulation languages or random-number generators is used, it is probably unnecessary to test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If the generator is not explicitly known or documented, e.g., spreadsheet programs, symbolic/numerical calculators, tests should be applied to many sample numbers.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Types of tests: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Theoretical tests: evaluate the choices of m, a, and c without actually generating any numbers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Empirical tests: applied to actual sequences of numbers produced.  The authors’ emphasis.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Num" idx="56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C2C9EFD-E3ED-41A8-AD6D-BB1A4B984C42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Frequency Tests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lt2"/>
                </a:solidFill>
                <a:latin typeface="Arial"/>
              </a:rPr>
              <a:t>[Tests for RN]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229240" cy="480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Test of uniformity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Two different methods: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Kolmogorov-Smirnov test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Chi-square test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Num" idx="57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8D4330-D0F1-45BC-9DC7-39B57BCF715B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Kolmogorov-Smirnov Test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[</a:t>
            </a:r>
            <a:r>
              <a:rPr b="0" lang="en-US" sz="2000" spc="-1" strike="noStrike">
                <a:solidFill>
                  <a:schemeClr val="lt2"/>
                </a:solidFill>
                <a:latin typeface="Arial"/>
              </a:rPr>
              <a:t>Frequency Test]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22924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Compares the continuous cdf, 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F(x)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, of the uniform distribution with the empirical cdf, 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S</a:t>
            </a:r>
            <a:r>
              <a:rPr b="0" i="1" lang="en-US" sz="2400" spc="-1" strike="noStrike" baseline="-25000">
                <a:solidFill>
                  <a:schemeClr val="dk1"/>
                </a:solidFill>
                <a:latin typeface="Arial"/>
              </a:rPr>
              <a:t>N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(x),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of the 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N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sample observations.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  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We know: 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If the sample from the RN generator is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1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, 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2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, …, 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, then the empirical cdf,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S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N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(x)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is: 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	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Based on the statistic: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D = max| F(x) - S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N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(x)|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Sampling distribution of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D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is known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(a function of 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, tabulated in Table A.8.)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A more powerful test, recommended.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321" name="Object 4"/>
          <p:cNvGraphicFramePr/>
          <p:nvPr/>
        </p:nvGraphicFramePr>
        <p:xfrm>
          <a:off x="3962520" y="2666880"/>
          <a:ext cx="1904760" cy="31716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322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962520" y="2666880"/>
                    <a:ext cx="1904760" cy="3171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23" name="Object 8"/>
          <p:cNvGraphicFramePr/>
          <p:nvPr/>
        </p:nvGraphicFramePr>
        <p:xfrm>
          <a:off x="3962520" y="3538440"/>
          <a:ext cx="4114440" cy="576000"/>
        </p:xfrm>
        <a:graphic>
          <a:graphicData uri="http://schemas.openxmlformats.org/presentationml/2006/ole">
            <p:oleObj progId="Equation.3" r:id="rId3" spid="">
              <p:embed/>
              <p:pic>
                <p:nvPicPr>
                  <p:cNvPr id="324" name="Object 8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3962520" y="3538440"/>
                    <a:ext cx="4114440" cy="5760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Num" idx="58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45E13B-EEE0-49FD-9365-CAF6D5E1719A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26" name="Picture 436" descr="07-2"/>
          <p:cNvPicPr/>
          <p:nvPr/>
        </p:nvPicPr>
        <p:blipFill>
          <a:blip r:embed="rId1"/>
          <a:stretch/>
        </p:blipFill>
        <p:spPr>
          <a:xfrm>
            <a:off x="4800600" y="3917880"/>
            <a:ext cx="2895120" cy="2711160"/>
          </a:xfrm>
          <a:prstGeom prst="rect">
            <a:avLst/>
          </a:prstGeom>
          <a:ln w="0">
            <a:noFill/>
          </a:ln>
        </p:spPr>
      </p:pic>
      <p:sp>
        <p:nvSpPr>
          <p:cNvPr id="327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Kolmogorov-Smirnov Test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[</a:t>
            </a:r>
            <a:r>
              <a:rPr b="0" lang="en-US" sz="2000" spc="-1" strike="noStrike">
                <a:solidFill>
                  <a:schemeClr val="lt2"/>
                </a:solidFill>
                <a:latin typeface="Arial"/>
              </a:rPr>
              <a:t>Frequency Test]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457840" cy="457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3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Example: Suppose 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5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 generated numbers are </a:t>
            </a:r>
            <a:r>
              <a:rPr b="0" i="1" lang="en-US" sz="2200" spc="-1" strike="noStrike">
                <a:solidFill>
                  <a:schemeClr val="dk1"/>
                </a:solidFill>
                <a:latin typeface="Arial"/>
              </a:rPr>
              <a:t>0.44, 0.81, 0.14, 0.05, 0.93</a:t>
            </a: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9" name="Text Box 4"/>
          <p:cNvSpPr/>
          <p:nvPr/>
        </p:nvSpPr>
        <p:spPr>
          <a:xfrm>
            <a:off x="762120" y="2313000"/>
            <a:ext cx="99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Step 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Box 5"/>
          <p:cNvSpPr/>
          <p:nvPr/>
        </p:nvSpPr>
        <p:spPr>
          <a:xfrm>
            <a:off x="762120" y="3200400"/>
            <a:ext cx="99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Step 2: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Box 6"/>
          <p:cNvSpPr/>
          <p:nvPr/>
        </p:nvSpPr>
        <p:spPr>
          <a:xfrm>
            <a:off x="685800" y="3962520"/>
            <a:ext cx="7467120" cy="19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Step 3: 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1" i="1" lang="en-US" sz="1800" spc="-1" strike="noStrike">
                <a:solidFill>
                  <a:schemeClr val="dk1"/>
                </a:solidFill>
                <a:latin typeface="Arial"/>
              </a:rPr>
              <a:t>D = max(D</a:t>
            </a:r>
            <a:r>
              <a:rPr b="1" i="1" lang="en-US" sz="1800" spc="-1" strike="noStrike" baseline="30000">
                <a:solidFill>
                  <a:schemeClr val="dk1"/>
                </a:solidFill>
                <a:latin typeface="Arial"/>
              </a:rPr>
              <a:t>+</a:t>
            </a:r>
            <a:r>
              <a:rPr b="1" i="1" lang="en-US" sz="1800" spc="-1" strike="noStrike">
                <a:solidFill>
                  <a:schemeClr val="dk1"/>
                </a:solidFill>
                <a:latin typeface="Arial"/>
              </a:rPr>
              <a:t>, D</a:t>
            </a:r>
            <a:r>
              <a:rPr b="1" i="1" lang="en-US" sz="1800" spc="-1" strike="noStrike" baseline="30000">
                <a:solidFill>
                  <a:schemeClr val="dk1"/>
                </a:solidFill>
                <a:latin typeface="Arial"/>
              </a:rPr>
              <a:t>-</a:t>
            </a:r>
            <a:r>
              <a:rPr b="1" i="1" lang="en-US" sz="1800" spc="-1" strike="noStrike">
                <a:solidFill>
                  <a:schemeClr val="dk1"/>
                </a:solidFill>
                <a:latin typeface="Arial"/>
              </a:rPr>
              <a:t>) = 0.26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Step 4: 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For </a:t>
            </a:r>
            <a:r>
              <a:rPr b="1" i="1" lang="en-US" sz="1800" spc="-1" strike="noStrike">
                <a:solidFill>
                  <a:schemeClr val="dk1"/>
                </a:solidFill>
                <a:latin typeface="Symbol"/>
              </a:rPr>
              <a:t>a</a:t>
            </a:r>
            <a:r>
              <a:rPr b="1" i="1" lang="en-US" sz="1800" spc="-1" strike="noStrike">
                <a:solidFill>
                  <a:schemeClr val="dk1"/>
                </a:solidFill>
                <a:latin typeface="Arial"/>
              </a:rPr>
              <a:t>  = 0.05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,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1" i="1" lang="en-US" sz="1800" spc="-1" strike="noStrike">
                <a:solidFill>
                  <a:schemeClr val="dk1"/>
                </a:solidFill>
                <a:latin typeface="Arial"/>
              </a:rPr>
              <a:t>D</a:t>
            </a:r>
            <a:r>
              <a:rPr b="1" i="1" lang="en-US" sz="1800" spc="-1" strike="noStrike" baseline="-25000">
                <a:solidFill>
                  <a:schemeClr val="dk1"/>
                </a:solidFill>
                <a:latin typeface="Symbol"/>
              </a:rPr>
              <a:t>a</a:t>
            </a:r>
            <a:r>
              <a:rPr b="1" i="1" lang="en-US" sz="1800" spc="-1" strike="noStrike">
                <a:solidFill>
                  <a:schemeClr val="dk1"/>
                </a:solidFill>
                <a:latin typeface="Arial"/>
              </a:rPr>
              <a:t> = 0.565 &gt; 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Hence, </a:t>
            </a:r>
            <a:r>
              <a:rPr b="1" i="1" lang="en-US" sz="1800" spc="-1" strike="noStrike">
                <a:solidFill>
                  <a:schemeClr val="dk1"/>
                </a:solidFill>
                <a:latin typeface="Arial"/>
              </a:rPr>
              <a:t>H</a:t>
            </a:r>
            <a:r>
              <a:rPr b="1" i="1" lang="en-US" sz="18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is not rejected.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AutoShape 368"/>
          <p:cNvSpPr/>
          <p:nvPr/>
        </p:nvSpPr>
        <p:spPr>
          <a:xfrm>
            <a:off x="6934320" y="2057400"/>
            <a:ext cx="1828440" cy="533160"/>
          </a:xfrm>
          <a:prstGeom prst="wedgeRoundRectCallout">
            <a:avLst>
              <a:gd name="adj1" fmla="val -75606"/>
              <a:gd name="adj2" fmla="val 30653"/>
              <a:gd name="adj3" fmla="val 16667"/>
            </a:avLst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Arrange R</a:t>
            </a:r>
            <a:r>
              <a:rPr b="0" lang="en-US" sz="1400" spc="-1" strike="noStrike" baseline="-25000">
                <a:solidFill>
                  <a:schemeClr val="dk1"/>
                </a:solidFill>
                <a:latin typeface="Arial"/>
              </a:rPr>
              <a:t>(i)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 from smallest to largest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AutoShape 369"/>
          <p:cNvSpPr/>
          <p:nvPr/>
        </p:nvSpPr>
        <p:spPr>
          <a:xfrm>
            <a:off x="6934320" y="2895480"/>
            <a:ext cx="2057040" cy="304560"/>
          </a:xfrm>
          <a:prstGeom prst="wedgeRoundRectCallout">
            <a:avLst>
              <a:gd name="adj1" fmla="val -71449"/>
              <a:gd name="adj2" fmla="val 47398"/>
              <a:gd name="adj3" fmla="val 16667"/>
            </a:avLst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</a:pP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D</a:t>
            </a:r>
            <a:r>
              <a:rPr b="0" i="1" lang="en-US" sz="1400" spc="-1" strike="noStrike" baseline="30000">
                <a:solidFill>
                  <a:schemeClr val="dk1"/>
                </a:solidFill>
                <a:latin typeface="Arial"/>
              </a:rPr>
              <a:t>+</a:t>
            </a: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 = max {i/N – R</a:t>
            </a:r>
            <a:r>
              <a:rPr b="0" i="1" lang="en-US" sz="1400" spc="-1" strike="noStrike" baseline="-25000">
                <a:solidFill>
                  <a:schemeClr val="dk1"/>
                </a:solidFill>
                <a:latin typeface="Arial"/>
              </a:rPr>
              <a:t>(i)</a:t>
            </a: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}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AutoShape 370"/>
          <p:cNvSpPr/>
          <p:nvPr/>
        </p:nvSpPr>
        <p:spPr>
          <a:xfrm>
            <a:off x="6858000" y="3505320"/>
            <a:ext cx="2209320" cy="304560"/>
          </a:xfrm>
          <a:prstGeom prst="wedgeRoundRectCallout">
            <a:avLst>
              <a:gd name="adj1" fmla="val -66741"/>
              <a:gd name="adj2" fmla="val -44269"/>
              <a:gd name="adj3" fmla="val 16667"/>
            </a:avLst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</a:pP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D</a:t>
            </a:r>
            <a:r>
              <a:rPr b="0" i="1" lang="en-US" sz="1400" spc="-1" strike="noStrike" baseline="30000">
                <a:solidFill>
                  <a:schemeClr val="dk1"/>
                </a:solidFill>
                <a:latin typeface="Arial"/>
              </a:rPr>
              <a:t>-</a:t>
            </a: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 = max {R</a:t>
            </a:r>
            <a:r>
              <a:rPr b="0" i="1" lang="en-US" sz="1400" spc="-1" strike="noStrike" baseline="-25000">
                <a:solidFill>
                  <a:schemeClr val="dk1"/>
                </a:solidFill>
                <a:latin typeface="Arial"/>
              </a:rPr>
              <a:t>(i) </a:t>
            </a: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- (i-1)/N}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AutoShape 371"/>
          <p:cNvSpPr/>
          <p:nvPr/>
        </p:nvSpPr>
        <p:spPr>
          <a:xfrm>
            <a:off x="1676520" y="3048120"/>
            <a:ext cx="75960" cy="68544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</a:pPr>
            <a:endParaRPr b="0" lang="id-ID" sz="14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336" name="Group 439"/>
          <p:cNvGraphicFramePr/>
          <p:nvPr/>
        </p:nvGraphicFramePr>
        <p:xfrm>
          <a:off x="1828800" y="2286000"/>
          <a:ext cx="4723920" cy="1468800"/>
        </p:xfrm>
        <a:graphic>
          <a:graphicData uri="http://schemas.openxmlformats.org/drawingml/2006/table">
            <a:tbl>
              <a:tblPr/>
              <a:tblGrid>
                <a:gridCol w="1371600"/>
                <a:gridCol w="685800"/>
                <a:gridCol w="685800"/>
                <a:gridCol w="685800"/>
                <a:gridCol w="609480"/>
                <a:gridCol w="685800"/>
              </a:tblGrid>
              <a:tr h="361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i="1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R</a:t>
                      </a:r>
                      <a:r>
                        <a:rPr b="0" i="1" lang="en-US" sz="1600" spc="-1" strike="noStrike" baseline="-25000">
                          <a:solidFill>
                            <a:schemeClr val="dk1"/>
                          </a:solidFill>
                          <a:latin typeface="Arial"/>
                        </a:rPr>
                        <a:t>(i)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0.05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0.14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0.44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0.81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0.93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</a:tr>
              <a:tr h="361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i="1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i/N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0.20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0.40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0.60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0.80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1.00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</a:tr>
              <a:tr h="361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i="1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i/N – R</a:t>
                      </a:r>
                      <a:r>
                        <a:rPr b="0" i="1" lang="en-US" sz="1600" spc="-1" strike="noStrike" baseline="-25000">
                          <a:solidFill>
                            <a:schemeClr val="dk1"/>
                          </a:solidFill>
                          <a:latin typeface="Arial"/>
                        </a:rPr>
                        <a:t>(i)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0.15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0.26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0.16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-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0.07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dot"/>
                    </a:lnB>
                    <a:noFill/>
                  </a:tcPr>
                </a:tc>
              </a:tr>
              <a:tr h="361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i="1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R</a:t>
                      </a:r>
                      <a:r>
                        <a:rPr b="0" i="1" lang="en-US" sz="1600" spc="-1" strike="noStrike" baseline="-25000">
                          <a:solidFill>
                            <a:schemeClr val="dk1"/>
                          </a:solidFill>
                          <a:latin typeface="Arial"/>
                        </a:rPr>
                        <a:t>(i)</a:t>
                      </a:r>
                      <a:r>
                        <a:rPr b="0" i="1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 – (i-1)/N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0.05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-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0.04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0.21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0.13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dot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Num" idx="59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8BDFAF-90B5-4820-A2F5-56563C1209C6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Chi-square test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[</a:t>
            </a:r>
            <a:r>
              <a:rPr b="0" lang="en-US" sz="2000" spc="-1" strike="noStrike">
                <a:solidFill>
                  <a:schemeClr val="lt2"/>
                </a:solidFill>
                <a:latin typeface="Arial"/>
              </a:rPr>
              <a:t>Frequency Test]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22924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Chi-square test uses the sample statistic: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Approximately the chi-square distribution with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n-1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degrees of freedom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(where the critical values are tabulated in Table A.6)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For the uniform distribution,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E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, the expected number in the each class is: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Valid only for large samples, e.g. N &gt;= 50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340" name="Object 4"/>
          <p:cNvGraphicFramePr/>
          <p:nvPr/>
        </p:nvGraphicFramePr>
        <p:xfrm>
          <a:off x="3284640" y="2316240"/>
          <a:ext cx="1896840" cy="73152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341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284640" y="2316240"/>
                    <a:ext cx="1896840" cy="731520"/>
                  </a:xfrm>
                  <a:prstGeom prst="rect">
                    <a:avLst/>
                  </a:prstGeom>
                  <a:ln w="9525">
                    <a:solidFill>
                      <a:srgbClr val="000000"/>
                    </a:solidFill>
                    <a:miter/>
                  </a:ln>
                </p:spPr>
              </p:pic>
            </p:oleObj>
          </a:graphicData>
        </a:graphic>
      </p:graphicFrame>
      <p:graphicFrame>
        <p:nvGraphicFramePr>
          <p:cNvPr id="342" name="Object 5"/>
          <p:cNvGraphicFramePr/>
          <p:nvPr/>
        </p:nvGraphicFramePr>
        <p:xfrm>
          <a:off x="3124080" y="4630680"/>
          <a:ext cx="4033440" cy="550440"/>
        </p:xfrm>
        <a:graphic>
          <a:graphicData uri="http://schemas.openxmlformats.org/presentationml/2006/ole">
            <p:oleObj progId="Equation.3" r:id="rId3" spid="">
              <p:embed/>
              <p:pic>
                <p:nvPicPr>
                  <p:cNvPr id="343" name="Object 5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3124080" y="4630680"/>
                    <a:ext cx="4033440" cy="5504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44" name="AutoShape 8"/>
          <p:cNvSpPr/>
          <p:nvPr/>
        </p:nvSpPr>
        <p:spPr>
          <a:xfrm>
            <a:off x="1143000" y="2057400"/>
            <a:ext cx="1980720" cy="304560"/>
          </a:xfrm>
          <a:prstGeom prst="wedgeRoundRectCallout">
            <a:avLst>
              <a:gd name="adj1" fmla="val 88463"/>
              <a:gd name="adj2" fmla="val 70833"/>
              <a:gd name="adj3" fmla="val 16667"/>
            </a:avLst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</a:pP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n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 is the # of classes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AutoShape 9"/>
          <p:cNvSpPr/>
          <p:nvPr/>
        </p:nvSpPr>
        <p:spPr>
          <a:xfrm>
            <a:off x="5867280" y="2743200"/>
            <a:ext cx="1752120" cy="533160"/>
          </a:xfrm>
          <a:prstGeom prst="wedgeRoundRectCallout">
            <a:avLst>
              <a:gd name="adj1" fmla="val -128532"/>
              <a:gd name="adj2" fmla="val -70537"/>
              <a:gd name="adj3" fmla="val 16667"/>
            </a:avLst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</a:pP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O</a:t>
            </a:r>
            <a:r>
              <a:rPr b="0" i="1" lang="en-US" sz="1400" spc="-1" strike="noStrike" baseline="-25000">
                <a:solidFill>
                  <a:schemeClr val="dk1"/>
                </a:solidFill>
                <a:latin typeface="Arial"/>
              </a:rPr>
              <a:t>i</a:t>
            </a: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 is the observed # in the i</a:t>
            </a:r>
            <a:r>
              <a:rPr b="0" i="1" lang="en-US" sz="1400" spc="-1" strike="noStrike" baseline="20000">
                <a:solidFill>
                  <a:schemeClr val="dk1"/>
                </a:solidFill>
                <a:latin typeface="Arial"/>
              </a:rPr>
              <a:t>th</a:t>
            </a: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 class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AutoShape 10"/>
          <p:cNvSpPr/>
          <p:nvPr/>
        </p:nvSpPr>
        <p:spPr>
          <a:xfrm>
            <a:off x="5867280" y="2057400"/>
            <a:ext cx="1752120" cy="533160"/>
          </a:xfrm>
          <a:prstGeom prst="wedgeRoundRectCallout">
            <a:avLst>
              <a:gd name="adj1" fmla="val -102991"/>
              <a:gd name="adj2" fmla="val 41069"/>
              <a:gd name="adj3" fmla="val 16667"/>
            </a:avLst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</a:pP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E</a:t>
            </a:r>
            <a:r>
              <a:rPr b="0" i="1" lang="en-US" sz="1400" spc="-1" strike="noStrike" baseline="-25000">
                <a:solidFill>
                  <a:schemeClr val="dk1"/>
                </a:solidFill>
                <a:latin typeface="Arial"/>
              </a:rPr>
              <a:t>i</a:t>
            </a: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 is the expected # in the i</a:t>
            </a:r>
            <a:r>
              <a:rPr b="0" i="1" lang="en-US" sz="1400" spc="-1" strike="noStrike" baseline="20000">
                <a:solidFill>
                  <a:schemeClr val="dk1"/>
                </a:solidFill>
                <a:latin typeface="Arial"/>
              </a:rPr>
              <a:t>th</a:t>
            </a:r>
            <a:r>
              <a:rPr b="0" i="1" lang="en-US" sz="1400" spc="-1" strike="noStrike">
                <a:solidFill>
                  <a:schemeClr val="dk1"/>
                </a:solidFill>
                <a:latin typeface="Arial"/>
              </a:rPr>
              <a:t> class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Num" idx="60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0E67EB0-3CFF-49D6-9C5D-41558F4740F2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Tests for Autocorrelation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lt2"/>
                </a:solidFill>
                <a:latin typeface="Arial"/>
              </a:rPr>
              <a:t>[Tests for RN]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22924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Testing the autocorrelation between every m numbers (m is a.k.a. the lag), starting with the 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i</a:t>
            </a:r>
            <a:r>
              <a:rPr b="0" i="1" lang="en-US" sz="2400" spc="-1" strike="noStrike" baseline="30000">
                <a:solidFill>
                  <a:schemeClr val="dk1"/>
                </a:solidFill>
                <a:latin typeface="Arial"/>
              </a:rPr>
              <a:t>th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 number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The autocorrelation </a:t>
            </a:r>
            <a:r>
              <a:rPr b="0" i="1" lang="en-US" sz="2000" spc="-1" strike="noStrike">
                <a:solidFill>
                  <a:schemeClr val="dk1"/>
                </a:solidFill>
                <a:latin typeface="Symbol"/>
              </a:rPr>
              <a:t>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im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between numbers: 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, 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i+m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, 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i+2m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, 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i+(M+1)m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is the largest integer such that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Hypothesis: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If the values are uncorrelated: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For large values of M, the distribution of the estimator of </a:t>
            </a:r>
            <a:r>
              <a:rPr b="0" i="1" lang="en-US" sz="2000" spc="-1" strike="noStrike">
                <a:solidFill>
                  <a:schemeClr val="dk1"/>
                </a:solidFill>
                <a:latin typeface="Symbol"/>
              </a:rPr>
              <a:t>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im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, denoted        is approximately normal.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350" name="Object 4"/>
          <p:cNvGraphicFramePr/>
          <p:nvPr/>
        </p:nvGraphicFramePr>
        <p:xfrm>
          <a:off x="5181480" y="2952720"/>
          <a:ext cx="1828440" cy="32364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351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181480" y="2952720"/>
                    <a:ext cx="1828440" cy="3236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52" name="Object 6"/>
          <p:cNvGraphicFramePr/>
          <p:nvPr/>
        </p:nvGraphicFramePr>
        <p:xfrm>
          <a:off x="2286000" y="5334120"/>
          <a:ext cx="380520" cy="380520"/>
        </p:xfrm>
        <a:graphic>
          <a:graphicData uri="http://schemas.openxmlformats.org/presentationml/2006/ole">
            <p:oleObj progId="Equation.3" r:id="rId3" spid="">
              <p:embed/>
              <p:pic>
                <p:nvPicPr>
                  <p:cNvPr id="353" name="Object 6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2286000" y="5334120"/>
                    <a:ext cx="380520" cy="3805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54" name="Object 8"/>
          <p:cNvGraphicFramePr/>
          <p:nvPr/>
        </p:nvGraphicFramePr>
        <p:xfrm>
          <a:off x="1981080" y="3749760"/>
          <a:ext cx="4419360" cy="821880"/>
        </p:xfrm>
        <a:graphic>
          <a:graphicData uri="http://schemas.openxmlformats.org/presentationml/2006/ole">
            <p:oleObj progId="Equation.3" r:id="rId5" spid="">
              <p:embed/>
              <p:pic>
                <p:nvPicPr>
                  <p:cNvPr id="355" name="Object 8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1981080" y="3749760"/>
                    <a:ext cx="4419360" cy="8218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Num" idx="61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DA255B-EF1E-44A7-8DEE-5D24E37B5566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Tests for Autocorrelation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lt2"/>
                </a:solidFill>
                <a:latin typeface="Arial"/>
              </a:rPr>
              <a:t>[Tests for RN]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229240" cy="441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Test statistics is: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36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Z</a:t>
            </a:r>
            <a:r>
              <a:rPr b="0" i="1" lang="en-US" sz="1800" spc="-1" strike="noStrike" baseline="-25000">
                <a:solidFill>
                  <a:schemeClr val="dk1"/>
                </a:solidFill>
                <a:latin typeface="Arial"/>
              </a:rPr>
              <a:t>0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 is distributed normally with mean = 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0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 and variance = 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, and: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If </a:t>
            </a:r>
            <a:r>
              <a:rPr b="0" i="1" lang="en-US" sz="2000" spc="-1" strike="noStrike">
                <a:solidFill>
                  <a:schemeClr val="dk1"/>
                </a:solidFill>
                <a:latin typeface="Symbol"/>
              </a:rPr>
              <a:t>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im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&gt; 0, the subsequence has positive autocorrelation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36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High random numbers tend to be followed by high ones, and vice versa.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If </a:t>
            </a:r>
            <a:r>
              <a:rPr b="0" i="1" lang="en-US" sz="2000" spc="-1" strike="noStrike">
                <a:solidFill>
                  <a:schemeClr val="dk1"/>
                </a:solidFill>
                <a:latin typeface="Symbol"/>
              </a:rPr>
              <a:t>r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im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&lt; 0, the subsequence has negative autocorrelation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36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Low random numbers tend to be followed by high ones, and vice versa.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359" name="Object 4"/>
          <p:cNvGraphicFramePr/>
          <p:nvPr/>
        </p:nvGraphicFramePr>
        <p:xfrm>
          <a:off x="3127320" y="1447920"/>
          <a:ext cx="1292040" cy="93168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360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127320" y="1447920"/>
                    <a:ext cx="1292040" cy="9316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61" name="Object 6"/>
          <p:cNvGraphicFramePr/>
          <p:nvPr/>
        </p:nvGraphicFramePr>
        <p:xfrm>
          <a:off x="2362320" y="2743200"/>
          <a:ext cx="3873240" cy="1599840"/>
        </p:xfrm>
        <a:graphic>
          <a:graphicData uri="http://schemas.openxmlformats.org/presentationml/2006/ole">
            <p:oleObj progId="Equation.3" r:id="rId3" spid="">
              <p:embed/>
              <p:pic>
                <p:nvPicPr>
                  <p:cNvPr id="362" name="Object 6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2362320" y="2743200"/>
                    <a:ext cx="3873240" cy="15998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Num" idx="62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1BB7657-1CEA-4B2C-B431-F2ADF9191A33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Example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lt2"/>
                </a:solidFill>
                <a:latin typeface="Arial"/>
              </a:rPr>
              <a:t>[Test for Autocorrelation]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229240" cy="480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Test whether the 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3</a:t>
            </a:r>
            <a:r>
              <a:rPr b="0" i="1" lang="en-US" sz="2400" spc="-1" strike="noStrike" baseline="30000">
                <a:solidFill>
                  <a:schemeClr val="dk1"/>
                </a:solidFill>
                <a:latin typeface="Arial"/>
              </a:rPr>
              <a:t>rd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, 8</a:t>
            </a:r>
            <a:r>
              <a:rPr b="0" i="1" lang="en-US" sz="2400" spc="-1" strike="noStrike" baseline="30000">
                <a:solidFill>
                  <a:schemeClr val="dk1"/>
                </a:solidFill>
                <a:latin typeface="Arial"/>
              </a:rPr>
              <a:t>th</a:t>
            </a:r>
            <a:r>
              <a:rPr b="0" i="1" lang="en-US" sz="2400" spc="-1" strike="noStrike">
                <a:solidFill>
                  <a:schemeClr val="dk1"/>
                </a:solidFill>
                <a:latin typeface="Arial"/>
              </a:rPr>
              <a:t>, 13</a:t>
            </a:r>
            <a:r>
              <a:rPr b="0" i="1" lang="en-US" sz="2400" spc="-1" strike="noStrike" baseline="30000">
                <a:solidFill>
                  <a:schemeClr val="dk1"/>
                </a:solidFill>
                <a:latin typeface="Arial"/>
              </a:rPr>
              <a:t>th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, and so on, for the following output on P. 265.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Hence, </a:t>
            </a:r>
            <a:r>
              <a:rPr b="0" i="1" lang="en-US" sz="2000" spc="-1" strike="noStrike">
                <a:solidFill>
                  <a:schemeClr val="dk1"/>
                </a:solidFill>
                <a:latin typeface="Symbol"/>
              </a:rPr>
              <a:t>a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0.05, i = 3, m = 5, N = 30, 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and M = 4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From Table A.3,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z</a:t>
            </a:r>
            <a:r>
              <a:rPr b="0" i="1" lang="en-US" sz="2000" spc="-1" strike="noStrike" baseline="-25000">
                <a:solidFill>
                  <a:schemeClr val="dk1"/>
                </a:solidFill>
                <a:latin typeface="Arial"/>
              </a:rPr>
              <a:t>0.025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1.96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.  Hence, the hypothesis is not rejected.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366" name="Object 5"/>
          <p:cNvGraphicFramePr/>
          <p:nvPr/>
        </p:nvGraphicFramePr>
        <p:xfrm>
          <a:off x="1801800" y="2744640"/>
          <a:ext cx="6198840" cy="262548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367" name="Object 5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801800" y="2744640"/>
                    <a:ext cx="6198840" cy="26254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Num" idx="63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2CFB91-02A0-47E2-A01E-0F35786515E7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Shortcomings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lt2"/>
                </a:solidFill>
                <a:latin typeface="Arial"/>
              </a:rPr>
              <a:t>[Test for Autocorrelation]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229240" cy="480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The test is not very sensitive for small values of M, particularly when the numbers being tests are on the low side.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Problem when “fishing” for autocorrelation by performing numerous tests: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If </a:t>
            </a:r>
            <a:r>
              <a:rPr b="0" i="1" lang="en-US" sz="2000" spc="-1" strike="noStrike">
                <a:solidFill>
                  <a:schemeClr val="dk1"/>
                </a:solidFill>
                <a:latin typeface="Symbol"/>
              </a:rPr>
              <a:t>a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 = 0.05, 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there is a probability of 0.05 of rejecting a true hypothesis.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If 10 independence sequences are examined,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The probability of finding no significant autocorrelation, by chance alone, is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0.95</a:t>
            </a:r>
            <a:r>
              <a:rPr b="0" i="1" lang="en-US" sz="2000" spc="-1" strike="noStrike" baseline="30000">
                <a:solidFill>
                  <a:schemeClr val="dk1"/>
                </a:solidFill>
                <a:latin typeface="Arial"/>
              </a:rPr>
              <a:t>10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= 0.60.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7d"/>
              </a:buClr>
              <a:buSzPct val="6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Hence, the probability of detecting significant autocorrelation when it does not exist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= 40%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Num" idx="64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B616F46-2BDF-4E35-B8B9-F62311DFBE6D}" type="slidenum">
              <a:rPr b="0" lang="en-US" sz="1200" spc="-1" strike="noStrike">
                <a:solidFill>
                  <a:schemeClr val="dk1"/>
                </a:solidFill>
                <a:latin typeface="Arial Black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761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Summary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/>
          </p:nvPr>
        </p:nvSpPr>
        <p:spPr>
          <a:xfrm>
            <a:off x="457200" y="1447920"/>
            <a:ext cx="8229240" cy="480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In this chapter, we described: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Generation of random numbers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Testing for uniformity and independence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7430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7d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Caution: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Even with generators that have been used for years, some of which still in used, are found to be inadequate.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This chapter provides only the basic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9999cc"/>
              </a:buClr>
              <a:buSzPct val="80000"/>
              <a:buFont typeface="Wingdings" charset="2"/>
              <a:buChar char="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Also, even if generated numbers pass all the tests, some underlying pattern might have gone undetected.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1609</TotalTime>
  <Application>LibreOffice/24.2.7.2$Linux_X86_64 LibreOffice_project/420$Build-2</Application>
  <AppVersion>15.0000</AppVersion>
  <Words>1998</Words>
  <Paragraphs>281</Paragraphs>
  <Company>Kellogg School of Management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2004-10-04T02:17:06Z</dcterms:created>
  <dc:creator>Gigi Yuen</dc:creator>
  <dc:description/>
  <dc:language>en-US</dc:language>
  <cp:lastModifiedBy/>
  <dcterms:modified xsi:type="dcterms:W3CDTF">2025-10-29T14:51:09Z</dcterms:modified>
  <cp:revision>826</cp:revision>
  <dc:subject/>
  <dc:title>Chapter 8: Random-Variant Generation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On-screen Show (4:3)</vt:lpwstr>
  </property>
  <property fmtid="{D5CDD505-2E9C-101B-9397-08002B2CF9AE}" pid="4" name="Slides">
    <vt:i4>23</vt:i4>
  </property>
</Properties>
</file>