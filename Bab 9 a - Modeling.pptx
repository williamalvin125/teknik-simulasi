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5" r:id="rId1"/>
  </p:sldMasterIdLst>
  <p:notesMasterIdLst>
    <p:notesMasterId r:id="rId28"/>
  </p:notesMasterIdLst>
  <p:handoutMasterIdLst>
    <p:handoutMasterId r:id="rId29"/>
  </p:handoutMasterIdLst>
  <p:sldIdLst>
    <p:sldId id="374" r:id="rId2"/>
    <p:sldId id="363" r:id="rId3"/>
    <p:sldId id="355" r:id="rId4"/>
    <p:sldId id="322" r:id="rId5"/>
    <p:sldId id="323" r:id="rId6"/>
    <p:sldId id="353" r:id="rId7"/>
    <p:sldId id="354" r:id="rId8"/>
    <p:sldId id="324" r:id="rId9"/>
    <p:sldId id="326" r:id="rId10"/>
    <p:sldId id="327" r:id="rId11"/>
    <p:sldId id="328" r:id="rId12"/>
    <p:sldId id="364" r:id="rId13"/>
    <p:sldId id="329" r:id="rId14"/>
    <p:sldId id="357" r:id="rId15"/>
    <p:sldId id="358" r:id="rId16"/>
    <p:sldId id="359" r:id="rId17"/>
    <p:sldId id="360" r:id="rId18"/>
    <p:sldId id="361" r:id="rId19"/>
    <p:sldId id="365" r:id="rId20"/>
    <p:sldId id="366" r:id="rId21"/>
    <p:sldId id="368" r:id="rId22"/>
    <p:sldId id="367" r:id="rId23"/>
    <p:sldId id="369" r:id="rId24"/>
    <p:sldId id="370" r:id="rId25"/>
    <p:sldId id="371" r:id="rId26"/>
    <p:sldId id="372" r:id="rId27"/>
  </p:sldIdLst>
  <p:sldSz cx="9144000" cy="6858000" type="screen4x3"/>
  <p:notesSz cx="7315200" cy="9601200"/>
  <p:defaultTextStyle>
    <a:defPPr>
      <a:defRPr lang="en-US"/>
    </a:defPPr>
    <a:lvl1pPr algn="l" rtl="0" fontAlgn="base">
      <a:lnSpc>
        <a:spcPct val="80000"/>
      </a:lnSpc>
      <a:spcBef>
        <a:spcPct val="20000"/>
      </a:spcBef>
      <a:spcAft>
        <a:spcPct val="0"/>
      </a:spcAft>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1pPr>
    <a:lvl2pPr marL="457200" algn="l" rtl="0" fontAlgn="base">
      <a:lnSpc>
        <a:spcPct val="80000"/>
      </a:lnSpc>
      <a:spcBef>
        <a:spcPct val="20000"/>
      </a:spcBef>
      <a:spcAft>
        <a:spcPct val="0"/>
      </a:spcAft>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914400" algn="l" rtl="0" fontAlgn="base">
      <a:lnSpc>
        <a:spcPct val="80000"/>
      </a:lnSpc>
      <a:spcBef>
        <a:spcPct val="20000"/>
      </a:spcBef>
      <a:spcAft>
        <a:spcPct val="0"/>
      </a:spcAft>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1371600" algn="l" rtl="0" fontAlgn="base">
      <a:lnSpc>
        <a:spcPct val="80000"/>
      </a:lnSpc>
      <a:spcBef>
        <a:spcPct val="20000"/>
      </a:spcBef>
      <a:spcAft>
        <a:spcPct val="0"/>
      </a:spcAft>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1828800" algn="l" rtl="0" fontAlgn="base">
      <a:lnSpc>
        <a:spcPct val="80000"/>
      </a:lnSpc>
      <a:spcBef>
        <a:spcPct val="20000"/>
      </a:spcBef>
      <a:spcAft>
        <a:spcPct val="0"/>
      </a:spcAft>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26" autoAdjust="0"/>
    <p:restoredTop sz="92068" autoAdjust="0"/>
  </p:normalViewPr>
  <p:slideViewPr>
    <p:cSldViewPr>
      <p:cViewPr varScale="1">
        <p:scale>
          <a:sx n="72" d="100"/>
          <a:sy n="72" d="100"/>
        </p:scale>
        <p:origin x="193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6640C-A04D-4672-B337-500A2B8CF3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CD79207-E287-4337-BBA6-0EA167004506}">
      <dgm:prSet/>
      <dgm:spPr/>
      <dgm:t>
        <a:bodyPr/>
        <a:lstStyle/>
        <a:p>
          <a:pPr rtl="0"/>
          <a:r>
            <a:rPr lang="en-US" dirty="0"/>
            <a:t>In general, modeling is used for systems with some sort of </a:t>
          </a:r>
          <a:r>
            <a:rPr lang="en-US" b="1" dirty="0">
              <a:solidFill>
                <a:srgbClr val="C00000"/>
              </a:solidFill>
            </a:rPr>
            <a:t>uncertainty</a:t>
          </a:r>
        </a:p>
      </dgm:t>
    </dgm:pt>
    <dgm:pt modelId="{2BDA03E9-1C94-4BCA-B138-55C12FF96C77}" type="parTrans" cxnId="{B6CF550A-D0FE-42CD-8014-19109E5009B0}">
      <dgm:prSet/>
      <dgm:spPr/>
      <dgm:t>
        <a:bodyPr/>
        <a:lstStyle/>
        <a:p>
          <a:endParaRPr lang="en-US"/>
        </a:p>
      </dgm:t>
    </dgm:pt>
    <dgm:pt modelId="{B6F1F3BB-EF43-4FAA-9BD2-86D0EF50B60F}" type="sibTrans" cxnId="{B6CF550A-D0FE-42CD-8014-19109E5009B0}">
      <dgm:prSet/>
      <dgm:spPr/>
      <dgm:t>
        <a:bodyPr/>
        <a:lstStyle/>
        <a:p>
          <a:endParaRPr lang="en-US"/>
        </a:p>
      </dgm:t>
    </dgm:pt>
    <dgm:pt modelId="{F8CFF163-8CF0-4854-873B-547BBCF71051}">
      <dgm:prSet/>
      <dgm:spPr/>
      <dgm:t>
        <a:bodyPr/>
        <a:lstStyle/>
        <a:p>
          <a:pPr rtl="0"/>
          <a:r>
            <a:rPr lang="en-US" dirty="0"/>
            <a:t>Waiting time in a restaurant/airport</a:t>
          </a:r>
        </a:p>
      </dgm:t>
    </dgm:pt>
    <dgm:pt modelId="{ACD2C149-FD74-4684-A7A7-BE43E5BBE7EE}" type="parTrans" cxnId="{FE740AE6-B8B0-4558-AFF7-311A911A8803}">
      <dgm:prSet/>
      <dgm:spPr/>
      <dgm:t>
        <a:bodyPr/>
        <a:lstStyle/>
        <a:p>
          <a:endParaRPr lang="en-US"/>
        </a:p>
      </dgm:t>
    </dgm:pt>
    <dgm:pt modelId="{1CDB92E0-12FD-4EBA-9093-E628989A82BB}" type="sibTrans" cxnId="{FE740AE6-B8B0-4558-AFF7-311A911A8803}">
      <dgm:prSet/>
      <dgm:spPr/>
      <dgm:t>
        <a:bodyPr/>
        <a:lstStyle/>
        <a:p>
          <a:endParaRPr lang="en-US"/>
        </a:p>
      </dgm:t>
    </dgm:pt>
    <dgm:pt modelId="{764E9A2E-08FD-4959-817A-79ED008DDCA8}">
      <dgm:prSet/>
      <dgm:spPr/>
      <dgm:t>
        <a:bodyPr/>
        <a:lstStyle/>
        <a:p>
          <a:pPr rtl="0"/>
          <a:r>
            <a:rPr lang="en-US" dirty="0"/>
            <a:t>Time to go from home to the University </a:t>
          </a:r>
        </a:p>
      </dgm:t>
    </dgm:pt>
    <dgm:pt modelId="{731C1743-87A8-4880-8EBB-7CE3C6BC57AA}" type="parTrans" cxnId="{95F01C2D-245A-443E-A1D3-E3B38C244384}">
      <dgm:prSet/>
      <dgm:spPr/>
      <dgm:t>
        <a:bodyPr/>
        <a:lstStyle/>
        <a:p>
          <a:endParaRPr lang="en-US"/>
        </a:p>
      </dgm:t>
    </dgm:pt>
    <dgm:pt modelId="{5CF4730B-3BF0-4F7F-BC96-F889C646888A}" type="sibTrans" cxnId="{95F01C2D-245A-443E-A1D3-E3B38C244384}">
      <dgm:prSet/>
      <dgm:spPr/>
      <dgm:t>
        <a:bodyPr/>
        <a:lstStyle/>
        <a:p>
          <a:endParaRPr lang="en-US"/>
        </a:p>
      </dgm:t>
    </dgm:pt>
    <dgm:pt modelId="{F90E4419-C296-4C11-A0DA-BB8A0AD5F2D9}">
      <dgm:prSet/>
      <dgm:spPr/>
      <dgm:t>
        <a:bodyPr/>
        <a:lstStyle/>
        <a:p>
          <a:pPr rtl="0"/>
          <a:r>
            <a:rPr lang="en-US" dirty="0"/>
            <a:t>Response time and Throughput of a web server</a:t>
          </a:r>
        </a:p>
      </dgm:t>
    </dgm:pt>
    <dgm:pt modelId="{D7B11435-9460-4F62-A679-8D116CCB8416}" type="parTrans" cxnId="{A231903F-A9E2-4F7A-8CF2-7591AC2D6A59}">
      <dgm:prSet/>
      <dgm:spPr/>
      <dgm:t>
        <a:bodyPr/>
        <a:lstStyle/>
        <a:p>
          <a:endParaRPr lang="en-US"/>
        </a:p>
      </dgm:t>
    </dgm:pt>
    <dgm:pt modelId="{67312E87-B3A9-41A8-912C-88C8853795A2}" type="sibTrans" cxnId="{A231903F-A9E2-4F7A-8CF2-7591AC2D6A59}">
      <dgm:prSet/>
      <dgm:spPr/>
      <dgm:t>
        <a:bodyPr/>
        <a:lstStyle/>
        <a:p>
          <a:endParaRPr lang="en-US"/>
        </a:p>
      </dgm:t>
    </dgm:pt>
    <dgm:pt modelId="{8562ECA0-68EB-42AB-80D9-99FBBAF957DF}">
      <dgm:prSet/>
      <dgm:spPr/>
      <dgm:t>
        <a:bodyPr/>
        <a:lstStyle/>
        <a:p>
          <a:pPr rtl="0"/>
          <a:r>
            <a:rPr lang="en-US" dirty="0"/>
            <a:t>The productivity of manufacturing systems</a:t>
          </a:r>
        </a:p>
      </dgm:t>
    </dgm:pt>
    <dgm:pt modelId="{B64DF24C-CA7B-4538-B1F7-96464AA13BFA}" type="parTrans" cxnId="{176631A2-5BD2-4FB4-980E-A0D3F5591C03}">
      <dgm:prSet/>
      <dgm:spPr/>
      <dgm:t>
        <a:bodyPr/>
        <a:lstStyle/>
        <a:p>
          <a:endParaRPr lang="en-US"/>
        </a:p>
      </dgm:t>
    </dgm:pt>
    <dgm:pt modelId="{74C8CF67-E0CB-4419-8A6C-0782B34C5AFC}" type="sibTrans" cxnId="{176631A2-5BD2-4FB4-980E-A0D3F5591C03}">
      <dgm:prSet/>
      <dgm:spPr/>
      <dgm:t>
        <a:bodyPr/>
        <a:lstStyle/>
        <a:p>
          <a:endParaRPr lang="en-US"/>
        </a:p>
      </dgm:t>
    </dgm:pt>
    <dgm:pt modelId="{8B259FEB-CE00-446B-B80A-CE1877C683CB}">
      <dgm:prSet/>
      <dgm:spPr/>
      <dgm:t>
        <a:bodyPr/>
        <a:lstStyle/>
        <a:p>
          <a:pPr rtl="0"/>
          <a:r>
            <a:rPr lang="en-US" dirty="0"/>
            <a:t>Design of multi-processor machine</a:t>
          </a:r>
        </a:p>
      </dgm:t>
    </dgm:pt>
    <dgm:pt modelId="{8E4FF6E8-701A-41EE-8126-E9E7D06B0736}" type="parTrans" cxnId="{1B81006C-66D9-4A9D-9428-BDA5E142B065}">
      <dgm:prSet/>
      <dgm:spPr/>
      <dgm:t>
        <a:bodyPr/>
        <a:lstStyle/>
        <a:p>
          <a:endParaRPr lang="en-US"/>
        </a:p>
      </dgm:t>
    </dgm:pt>
    <dgm:pt modelId="{3615F029-819A-4CE3-8DC9-4F17B900D661}" type="sibTrans" cxnId="{1B81006C-66D9-4A9D-9428-BDA5E142B065}">
      <dgm:prSet/>
      <dgm:spPr/>
      <dgm:t>
        <a:bodyPr/>
        <a:lstStyle/>
        <a:p>
          <a:endParaRPr lang="en-US"/>
        </a:p>
      </dgm:t>
    </dgm:pt>
    <dgm:pt modelId="{8DC301E1-5456-4B02-943A-8561DB516165}">
      <dgm:prSet/>
      <dgm:spPr/>
      <dgm:t>
        <a:bodyPr/>
        <a:lstStyle/>
        <a:p>
          <a:pPr rtl="0"/>
          <a:r>
            <a:rPr lang="en-US" dirty="0"/>
            <a:t>Performance of MAC protocols (e.g. CSMA/CA)</a:t>
          </a:r>
        </a:p>
      </dgm:t>
    </dgm:pt>
    <dgm:pt modelId="{2C01C4A4-E268-4B19-B851-26818A2FE77B}" type="parTrans" cxnId="{2045B22C-95CC-4304-94E7-57B8C38FBAD5}">
      <dgm:prSet/>
      <dgm:spPr/>
      <dgm:t>
        <a:bodyPr/>
        <a:lstStyle/>
        <a:p>
          <a:endParaRPr lang="en-US"/>
        </a:p>
      </dgm:t>
    </dgm:pt>
    <dgm:pt modelId="{14706369-9053-4381-BC53-B06DE55D674F}" type="sibTrans" cxnId="{2045B22C-95CC-4304-94E7-57B8C38FBAD5}">
      <dgm:prSet/>
      <dgm:spPr/>
      <dgm:t>
        <a:bodyPr/>
        <a:lstStyle/>
        <a:p>
          <a:endParaRPr lang="en-US"/>
        </a:p>
      </dgm:t>
    </dgm:pt>
    <dgm:pt modelId="{DBC96835-E0EA-47CF-BA59-00AAD8073449}" type="pres">
      <dgm:prSet presAssocID="{5756640C-A04D-4672-B337-500A2B8CF318}" presName="linear" presStyleCnt="0">
        <dgm:presLayoutVars>
          <dgm:animLvl val="lvl"/>
          <dgm:resizeHandles val="exact"/>
        </dgm:presLayoutVars>
      </dgm:prSet>
      <dgm:spPr/>
    </dgm:pt>
    <dgm:pt modelId="{4D46B60C-69A9-4BF8-AB52-4A8BEA78E416}" type="pres">
      <dgm:prSet presAssocID="{BCD79207-E287-4337-BBA6-0EA167004506}" presName="parentText" presStyleLbl="node1" presStyleIdx="0" presStyleCnt="1">
        <dgm:presLayoutVars>
          <dgm:chMax val="0"/>
          <dgm:bulletEnabled val="1"/>
        </dgm:presLayoutVars>
      </dgm:prSet>
      <dgm:spPr/>
    </dgm:pt>
    <dgm:pt modelId="{18B16FFF-1451-493C-AFBE-2D50EBFE04A7}" type="pres">
      <dgm:prSet presAssocID="{BCD79207-E287-4337-BBA6-0EA167004506}" presName="childText" presStyleLbl="revTx" presStyleIdx="0" presStyleCnt="1">
        <dgm:presLayoutVars>
          <dgm:bulletEnabled val="1"/>
        </dgm:presLayoutVars>
      </dgm:prSet>
      <dgm:spPr/>
    </dgm:pt>
  </dgm:ptLst>
  <dgm:cxnLst>
    <dgm:cxn modelId="{B5CC8504-3AF1-47B3-9995-D965938872A1}" type="presOf" srcId="{8DC301E1-5456-4B02-943A-8561DB516165}" destId="{18B16FFF-1451-493C-AFBE-2D50EBFE04A7}" srcOrd="0" destOrd="5" presId="urn:microsoft.com/office/officeart/2005/8/layout/vList2"/>
    <dgm:cxn modelId="{B6CF550A-D0FE-42CD-8014-19109E5009B0}" srcId="{5756640C-A04D-4672-B337-500A2B8CF318}" destId="{BCD79207-E287-4337-BBA6-0EA167004506}" srcOrd="0" destOrd="0" parTransId="{2BDA03E9-1C94-4BCA-B138-55C12FF96C77}" sibTransId="{B6F1F3BB-EF43-4FAA-9BD2-86D0EF50B60F}"/>
    <dgm:cxn modelId="{B6F0AF23-6E02-47E3-9698-89011A8302CE}" type="presOf" srcId="{BCD79207-E287-4337-BBA6-0EA167004506}" destId="{4D46B60C-69A9-4BF8-AB52-4A8BEA78E416}" srcOrd="0" destOrd="0" presId="urn:microsoft.com/office/officeart/2005/8/layout/vList2"/>
    <dgm:cxn modelId="{2045B22C-95CC-4304-94E7-57B8C38FBAD5}" srcId="{BCD79207-E287-4337-BBA6-0EA167004506}" destId="{8DC301E1-5456-4B02-943A-8561DB516165}" srcOrd="5" destOrd="0" parTransId="{2C01C4A4-E268-4B19-B851-26818A2FE77B}" sibTransId="{14706369-9053-4381-BC53-B06DE55D674F}"/>
    <dgm:cxn modelId="{95F01C2D-245A-443E-A1D3-E3B38C244384}" srcId="{BCD79207-E287-4337-BBA6-0EA167004506}" destId="{764E9A2E-08FD-4959-817A-79ED008DDCA8}" srcOrd="1" destOrd="0" parTransId="{731C1743-87A8-4880-8EBB-7CE3C6BC57AA}" sibTransId="{5CF4730B-3BF0-4F7F-BC96-F889C646888A}"/>
    <dgm:cxn modelId="{A231903F-A9E2-4F7A-8CF2-7591AC2D6A59}" srcId="{BCD79207-E287-4337-BBA6-0EA167004506}" destId="{F90E4419-C296-4C11-A0DA-BB8A0AD5F2D9}" srcOrd="2" destOrd="0" parTransId="{D7B11435-9460-4F62-A679-8D116CCB8416}" sibTransId="{67312E87-B3A9-41A8-912C-88C8853795A2}"/>
    <dgm:cxn modelId="{FA846443-DD5D-472B-8432-0C27899A4240}" type="presOf" srcId="{8B259FEB-CE00-446B-B80A-CE1877C683CB}" destId="{18B16FFF-1451-493C-AFBE-2D50EBFE04A7}" srcOrd="0" destOrd="4" presId="urn:microsoft.com/office/officeart/2005/8/layout/vList2"/>
    <dgm:cxn modelId="{1B81006C-66D9-4A9D-9428-BDA5E142B065}" srcId="{BCD79207-E287-4337-BBA6-0EA167004506}" destId="{8B259FEB-CE00-446B-B80A-CE1877C683CB}" srcOrd="4" destOrd="0" parTransId="{8E4FF6E8-701A-41EE-8126-E9E7D06B0736}" sibTransId="{3615F029-819A-4CE3-8DC9-4F17B900D661}"/>
    <dgm:cxn modelId="{42CC737B-265E-45CD-8371-A32D80CC2F9F}" type="presOf" srcId="{F8CFF163-8CF0-4854-873B-547BBCF71051}" destId="{18B16FFF-1451-493C-AFBE-2D50EBFE04A7}" srcOrd="0" destOrd="0" presId="urn:microsoft.com/office/officeart/2005/8/layout/vList2"/>
    <dgm:cxn modelId="{176631A2-5BD2-4FB4-980E-A0D3F5591C03}" srcId="{BCD79207-E287-4337-BBA6-0EA167004506}" destId="{8562ECA0-68EB-42AB-80D9-99FBBAF957DF}" srcOrd="3" destOrd="0" parTransId="{B64DF24C-CA7B-4538-B1F7-96464AA13BFA}" sibTransId="{74C8CF67-E0CB-4419-8A6C-0782B34C5AFC}"/>
    <dgm:cxn modelId="{F5E16DA4-0E2F-41C4-B51A-86BDCF80DB8D}" type="presOf" srcId="{8562ECA0-68EB-42AB-80D9-99FBBAF957DF}" destId="{18B16FFF-1451-493C-AFBE-2D50EBFE04A7}" srcOrd="0" destOrd="3" presId="urn:microsoft.com/office/officeart/2005/8/layout/vList2"/>
    <dgm:cxn modelId="{D8206DAE-6DA6-49B4-81F8-4852677FE2DB}" type="presOf" srcId="{5756640C-A04D-4672-B337-500A2B8CF318}" destId="{DBC96835-E0EA-47CF-BA59-00AAD8073449}" srcOrd="0" destOrd="0" presId="urn:microsoft.com/office/officeart/2005/8/layout/vList2"/>
    <dgm:cxn modelId="{218302C9-C450-476E-9879-427CFBCCDB7B}" type="presOf" srcId="{F90E4419-C296-4C11-A0DA-BB8A0AD5F2D9}" destId="{18B16FFF-1451-493C-AFBE-2D50EBFE04A7}" srcOrd="0" destOrd="2" presId="urn:microsoft.com/office/officeart/2005/8/layout/vList2"/>
    <dgm:cxn modelId="{F6BBBEC9-E8A7-468D-8CD7-EC49FD2A17A7}" type="presOf" srcId="{764E9A2E-08FD-4959-817A-79ED008DDCA8}" destId="{18B16FFF-1451-493C-AFBE-2D50EBFE04A7}" srcOrd="0" destOrd="1" presId="urn:microsoft.com/office/officeart/2005/8/layout/vList2"/>
    <dgm:cxn modelId="{FE740AE6-B8B0-4558-AFF7-311A911A8803}" srcId="{BCD79207-E287-4337-BBA6-0EA167004506}" destId="{F8CFF163-8CF0-4854-873B-547BBCF71051}" srcOrd="0" destOrd="0" parTransId="{ACD2C149-FD74-4684-A7A7-BE43E5BBE7EE}" sibTransId="{1CDB92E0-12FD-4EBA-9093-E628989A82BB}"/>
    <dgm:cxn modelId="{2FC89B89-CD14-49E0-83BD-20B35EFB9441}" type="presParOf" srcId="{DBC96835-E0EA-47CF-BA59-00AAD8073449}" destId="{4D46B60C-69A9-4BF8-AB52-4A8BEA78E416}" srcOrd="0" destOrd="0" presId="urn:microsoft.com/office/officeart/2005/8/layout/vList2"/>
    <dgm:cxn modelId="{4CD49805-EACD-4D77-A62E-07689C7E81BA}" type="presParOf" srcId="{DBC96835-E0EA-47CF-BA59-00AAD8073449}" destId="{18B16FFF-1451-493C-AFBE-2D50EBFE04A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D28226-4BB6-4FD3-B8A1-37A42836518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7668192-E6A3-445E-8038-3E88E9C17E47}">
      <dgm:prSet/>
      <dgm:spPr/>
      <dgm:t>
        <a:bodyPr/>
        <a:lstStyle/>
        <a:p>
          <a:pPr rtl="0"/>
          <a:r>
            <a:rPr lang="en-US" dirty="0"/>
            <a:t>Simulation is not used when a suitable mathematical model exists</a:t>
          </a:r>
        </a:p>
      </dgm:t>
    </dgm:pt>
    <dgm:pt modelId="{62477EEE-975E-410B-BB75-63F524793D16}" type="parTrans" cxnId="{806ABB38-4EA3-4DFA-9E9D-AC558C8CA4D5}">
      <dgm:prSet/>
      <dgm:spPr/>
      <dgm:t>
        <a:bodyPr/>
        <a:lstStyle/>
        <a:p>
          <a:endParaRPr lang="en-US"/>
        </a:p>
      </dgm:t>
    </dgm:pt>
    <dgm:pt modelId="{8CEAFFF3-2F53-4743-A7F4-5EFA843149EF}" type="sibTrans" cxnId="{806ABB38-4EA3-4DFA-9E9D-AC558C8CA4D5}">
      <dgm:prSet/>
      <dgm:spPr/>
      <dgm:t>
        <a:bodyPr/>
        <a:lstStyle/>
        <a:p>
          <a:endParaRPr lang="en-US"/>
        </a:p>
      </dgm:t>
    </dgm:pt>
    <dgm:pt modelId="{5885754C-295B-4F91-B8F6-E37D85E86BFA}">
      <dgm:prSet/>
      <dgm:spPr/>
      <dgm:t>
        <a:bodyPr/>
        <a:lstStyle/>
        <a:p>
          <a:pPr rtl="0"/>
          <a:r>
            <a:rPr lang="en-US" dirty="0"/>
            <a:t>Simulations are often complex error-prone pieces of software</a:t>
          </a:r>
        </a:p>
      </dgm:t>
    </dgm:pt>
    <dgm:pt modelId="{C0423D81-F6D0-44CB-A1C1-3F2D7B5F07F1}" type="parTrans" cxnId="{D3CCC58A-7FCC-4C88-B604-F1FD32DFCECD}">
      <dgm:prSet/>
      <dgm:spPr/>
      <dgm:t>
        <a:bodyPr/>
        <a:lstStyle/>
        <a:p>
          <a:endParaRPr lang="en-US"/>
        </a:p>
      </dgm:t>
    </dgm:pt>
    <dgm:pt modelId="{22270A64-CF3E-4B45-9560-339BFEAD856B}" type="sibTrans" cxnId="{D3CCC58A-7FCC-4C88-B604-F1FD32DFCECD}">
      <dgm:prSet/>
      <dgm:spPr/>
      <dgm:t>
        <a:bodyPr/>
        <a:lstStyle/>
        <a:p>
          <a:endParaRPr lang="en-US"/>
        </a:p>
      </dgm:t>
    </dgm:pt>
    <dgm:pt modelId="{79627BCA-3EE4-48E9-9EE4-A961795A7F4C}">
      <dgm:prSet/>
      <dgm:spPr/>
      <dgm:t>
        <a:bodyPr/>
        <a:lstStyle/>
        <a:p>
          <a:pPr rtl="0"/>
          <a:r>
            <a:rPr lang="en-US" dirty="0"/>
            <a:t>Simulation only produce approximate answers</a:t>
          </a:r>
        </a:p>
      </dgm:t>
    </dgm:pt>
    <dgm:pt modelId="{E9BC4758-31D2-4F5E-9612-CC49DA0A748D}" type="parTrans" cxnId="{6A37CFB1-0D0A-4371-B521-E2E5EBBE4FB6}">
      <dgm:prSet/>
      <dgm:spPr/>
      <dgm:t>
        <a:bodyPr/>
        <a:lstStyle/>
        <a:p>
          <a:endParaRPr lang="en-US"/>
        </a:p>
      </dgm:t>
    </dgm:pt>
    <dgm:pt modelId="{02A3F23B-22B1-4514-98F0-0D14D9AF1BBD}" type="sibTrans" cxnId="{6A37CFB1-0D0A-4371-B521-E2E5EBBE4FB6}">
      <dgm:prSet/>
      <dgm:spPr/>
      <dgm:t>
        <a:bodyPr/>
        <a:lstStyle/>
        <a:p>
          <a:endParaRPr lang="en-US"/>
        </a:p>
      </dgm:t>
    </dgm:pt>
    <dgm:pt modelId="{D6DDB9F4-1BA8-4A05-B671-E85695235A39}">
      <dgm:prSet/>
      <dgm:spPr/>
      <dgm:t>
        <a:bodyPr/>
        <a:lstStyle/>
        <a:p>
          <a:pPr rtl="0"/>
          <a:r>
            <a:rPr lang="en-US" dirty="0"/>
            <a:t>Simulation can take a LONG time to execute</a:t>
          </a:r>
        </a:p>
      </dgm:t>
    </dgm:pt>
    <dgm:pt modelId="{B4967220-FB38-48FA-B6A8-D45B5FFB27D7}" type="parTrans" cxnId="{F608AA24-4761-4E2E-BE02-0E84FDC4E8E4}">
      <dgm:prSet/>
      <dgm:spPr/>
      <dgm:t>
        <a:bodyPr/>
        <a:lstStyle/>
        <a:p>
          <a:endParaRPr lang="en-US"/>
        </a:p>
      </dgm:t>
    </dgm:pt>
    <dgm:pt modelId="{7B4879C5-D1BD-44F7-8232-2703BC4DE28F}" type="sibTrans" cxnId="{F608AA24-4761-4E2E-BE02-0E84FDC4E8E4}">
      <dgm:prSet/>
      <dgm:spPr/>
      <dgm:t>
        <a:bodyPr/>
        <a:lstStyle/>
        <a:p>
          <a:endParaRPr lang="en-US"/>
        </a:p>
      </dgm:t>
    </dgm:pt>
    <dgm:pt modelId="{4091FE7A-07F1-44D0-AF63-20E5628401DD}">
      <dgm:prSet/>
      <dgm:spPr/>
      <dgm:t>
        <a:bodyPr/>
        <a:lstStyle/>
        <a:p>
          <a:pPr rtl="0"/>
          <a:r>
            <a:rPr lang="en-US" dirty="0"/>
            <a:t>Mathematical models are less flexible, but they are exact and efficient</a:t>
          </a:r>
        </a:p>
      </dgm:t>
    </dgm:pt>
    <dgm:pt modelId="{3745C304-8FEB-4469-973F-9E2736616EED}" type="parTrans" cxnId="{DF70C5A7-243A-4487-9533-B0ABB28F23B8}">
      <dgm:prSet/>
      <dgm:spPr/>
      <dgm:t>
        <a:bodyPr/>
        <a:lstStyle/>
        <a:p>
          <a:endParaRPr lang="en-US"/>
        </a:p>
      </dgm:t>
    </dgm:pt>
    <dgm:pt modelId="{C1561A85-E35A-4FDD-B298-BD5AA74F3367}" type="sibTrans" cxnId="{DF70C5A7-243A-4487-9533-B0ABB28F23B8}">
      <dgm:prSet/>
      <dgm:spPr/>
      <dgm:t>
        <a:bodyPr/>
        <a:lstStyle/>
        <a:p>
          <a:endParaRPr lang="en-US"/>
        </a:p>
      </dgm:t>
    </dgm:pt>
    <dgm:pt modelId="{18D7EA1C-A217-428A-8ADA-1AC0BD04C68F}">
      <dgm:prSet/>
      <dgm:spPr/>
      <dgm:t>
        <a:bodyPr/>
        <a:lstStyle/>
        <a:p>
          <a:pPr rtl="0"/>
          <a:r>
            <a:rPr lang="en-US" b="1" dirty="0"/>
            <a:t>The problem is what model represents better the real world?</a:t>
          </a:r>
          <a:endParaRPr lang="en-US" dirty="0"/>
        </a:p>
      </dgm:t>
    </dgm:pt>
    <dgm:pt modelId="{F2F0A6AA-0FEE-435D-B136-0620F363569D}" type="parTrans" cxnId="{66507A03-AB72-4F22-B9EC-D2B5C80CFF0C}">
      <dgm:prSet/>
      <dgm:spPr/>
      <dgm:t>
        <a:bodyPr/>
        <a:lstStyle/>
        <a:p>
          <a:endParaRPr lang="en-US"/>
        </a:p>
      </dgm:t>
    </dgm:pt>
    <dgm:pt modelId="{486A17C4-DCCE-4F66-A69C-0A1821DBB598}" type="sibTrans" cxnId="{66507A03-AB72-4F22-B9EC-D2B5C80CFF0C}">
      <dgm:prSet/>
      <dgm:spPr/>
      <dgm:t>
        <a:bodyPr/>
        <a:lstStyle/>
        <a:p>
          <a:endParaRPr lang="en-US"/>
        </a:p>
      </dgm:t>
    </dgm:pt>
    <dgm:pt modelId="{767B1BF6-B319-4E9B-855E-124EEEFB1CA0}" type="pres">
      <dgm:prSet presAssocID="{FBD28226-4BB6-4FD3-B8A1-37A428365181}" presName="linear" presStyleCnt="0">
        <dgm:presLayoutVars>
          <dgm:animLvl val="lvl"/>
          <dgm:resizeHandles val="exact"/>
        </dgm:presLayoutVars>
      </dgm:prSet>
      <dgm:spPr/>
    </dgm:pt>
    <dgm:pt modelId="{429107F9-56CD-49CB-A715-C4F00ABDC934}" type="pres">
      <dgm:prSet presAssocID="{77668192-E6A3-445E-8038-3E88E9C17E47}" presName="parentText" presStyleLbl="node1" presStyleIdx="0" presStyleCnt="5">
        <dgm:presLayoutVars>
          <dgm:chMax val="0"/>
          <dgm:bulletEnabled val="1"/>
        </dgm:presLayoutVars>
      </dgm:prSet>
      <dgm:spPr/>
    </dgm:pt>
    <dgm:pt modelId="{E32E2DEE-8855-40EA-890C-8ECAD7B82B5E}" type="pres">
      <dgm:prSet presAssocID="{8CEAFFF3-2F53-4743-A7F4-5EFA843149EF}" presName="spacer" presStyleCnt="0"/>
      <dgm:spPr/>
    </dgm:pt>
    <dgm:pt modelId="{84F3956E-952A-44AB-899B-1AA267D052C5}" type="pres">
      <dgm:prSet presAssocID="{5885754C-295B-4F91-B8F6-E37D85E86BFA}" presName="parentText" presStyleLbl="node1" presStyleIdx="1" presStyleCnt="5">
        <dgm:presLayoutVars>
          <dgm:chMax val="0"/>
          <dgm:bulletEnabled val="1"/>
        </dgm:presLayoutVars>
      </dgm:prSet>
      <dgm:spPr/>
    </dgm:pt>
    <dgm:pt modelId="{284C14E1-D5FD-4A74-96B9-2EE9D70B90D6}" type="pres">
      <dgm:prSet presAssocID="{22270A64-CF3E-4B45-9560-339BFEAD856B}" presName="spacer" presStyleCnt="0"/>
      <dgm:spPr/>
    </dgm:pt>
    <dgm:pt modelId="{467196E7-FFF7-4A21-AC9D-8146CA5CC690}" type="pres">
      <dgm:prSet presAssocID="{79627BCA-3EE4-48E9-9EE4-A961795A7F4C}" presName="parentText" presStyleLbl="node1" presStyleIdx="2" presStyleCnt="5">
        <dgm:presLayoutVars>
          <dgm:chMax val="0"/>
          <dgm:bulletEnabled val="1"/>
        </dgm:presLayoutVars>
      </dgm:prSet>
      <dgm:spPr/>
    </dgm:pt>
    <dgm:pt modelId="{D62D4628-D2B3-4E2B-A4B8-FCCAA8C41450}" type="pres">
      <dgm:prSet presAssocID="{02A3F23B-22B1-4514-98F0-0D14D9AF1BBD}" presName="spacer" presStyleCnt="0"/>
      <dgm:spPr/>
    </dgm:pt>
    <dgm:pt modelId="{617DE13D-8C2C-4AAB-9A53-9046DF00F980}" type="pres">
      <dgm:prSet presAssocID="{D6DDB9F4-1BA8-4A05-B671-E85695235A39}" presName="parentText" presStyleLbl="node1" presStyleIdx="3" presStyleCnt="5">
        <dgm:presLayoutVars>
          <dgm:chMax val="0"/>
          <dgm:bulletEnabled val="1"/>
        </dgm:presLayoutVars>
      </dgm:prSet>
      <dgm:spPr/>
    </dgm:pt>
    <dgm:pt modelId="{494DEE89-777E-4DF0-B875-1BDDA76A3385}" type="pres">
      <dgm:prSet presAssocID="{7B4879C5-D1BD-44F7-8232-2703BC4DE28F}" presName="spacer" presStyleCnt="0"/>
      <dgm:spPr/>
    </dgm:pt>
    <dgm:pt modelId="{FFF12AC4-4BE0-4456-8685-58D3B9F406F1}" type="pres">
      <dgm:prSet presAssocID="{4091FE7A-07F1-44D0-AF63-20E5628401DD}" presName="parentText" presStyleLbl="node1" presStyleIdx="4" presStyleCnt="5">
        <dgm:presLayoutVars>
          <dgm:chMax val="0"/>
          <dgm:bulletEnabled val="1"/>
        </dgm:presLayoutVars>
      </dgm:prSet>
      <dgm:spPr/>
    </dgm:pt>
    <dgm:pt modelId="{2D12BC2F-B3B4-4B4A-B575-EF8655249309}" type="pres">
      <dgm:prSet presAssocID="{4091FE7A-07F1-44D0-AF63-20E5628401DD}" presName="childText" presStyleLbl="revTx" presStyleIdx="0" presStyleCnt="1">
        <dgm:presLayoutVars>
          <dgm:bulletEnabled val="1"/>
        </dgm:presLayoutVars>
      </dgm:prSet>
      <dgm:spPr/>
    </dgm:pt>
  </dgm:ptLst>
  <dgm:cxnLst>
    <dgm:cxn modelId="{66507A03-AB72-4F22-B9EC-D2B5C80CFF0C}" srcId="{4091FE7A-07F1-44D0-AF63-20E5628401DD}" destId="{18D7EA1C-A217-428A-8ADA-1AC0BD04C68F}" srcOrd="0" destOrd="0" parTransId="{F2F0A6AA-0FEE-435D-B136-0620F363569D}" sibTransId="{486A17C4-DCCE-4F66-A69C-0A1821DBB598}"/>
    <dgm:cxn modelId="{F608AA24-4761-4E2E-BE02-0E84FDC4E8E4}" srcId="{FBD28226-4BB6-4FD3-B8A1-37A428365181}" destId="{D6DDB9F4-1BA8-4A05-B671-E85695235A39}" srcOrd="3" destOrd="0" parTransId="{B4967220-FB38-48FA-B6A8-D45B5FFB27D7}" sibTransId="{7B4879C5-D1BD-44F7-8232-2703BC4DE28F}"/>
    <dgm:cxn modelId="{806ABB38-4EA3-4DFA-9E9D-AC558C8CA4D5}" srcId="{FBD28226-4BB6-4FD3-B8A1-37A428365181}" destId="{77668192-E6A3-445E-8038-3E88E9C17E47}" srcOrd="0" destOrd="0" parTransId="{62477EEE-975E-410B-BB75-63F524793D16}" sibTransId="{8CEAFFF3-2F53-4743-A7F4-5EFA843149EF}"/>
    <dgm:cxn modelId="{0F56C181-89DD-4408-B50E-CB44481C4075}" type="presOf" srcId="{79627BCA-3EE4-48E9-9EE4-A961795A7F4C}" destId="{467196E7-FFF7-4A21-AC9D-8146CA5CC690}" srcOrd="0" destOrd="0" presId="urn:microsoft.com/office/officeart/2005/8/layout/vList2"/>
    <dgm:cxn modelId="{D3CCC58A-7FCC-4C88-B604-F1FD32DFCECD}" srcId="{FBD28226-4BB6-4FD3-B8A1-37A428365181}" destId="{5885754C-295B-4F91-B8F6-E37D85E86BFA}" srcOrd="1" destOrd="0" parTransId="{C0423D81-F6D0-44CB-A1C1-3F2D7B5F07F1}" sibTransId="{22270A64-CF3E-4B45-9560-339BFEAD856B}"/>
    <dgm:cxn modelId="{49A499A5-CFBC-4882-8F3E-2872826E80D8}" type="presOf" srcId="{5885754C-295B-4F91-B8F6-E37D85E86BFA}" destId="{84F3956E-952A-44AB-899B-1AA267D052C5}" srcOrd="0" destOrd="0" presId="urn:microsoft.com/office/officeart/2005/8/layout/vList2"/>
    <dgm:cxn modelId="{DF70C5A7-243A-4487-9533-B0ABB28F23B8}" srcId="{FBD28226-4BB6-4FD3-B8A1-37A428365181}" destId="{4091FE7A-07F1-44D0-AF63-20E5628401DD}" srcOrd="4" destOrd="0" parTransId="{3745C304-8FEB-4469-973F-9E2736616EED}" sibTransId="{C1561A85-E35A-4FDD-B298-BD5AA74F3367}"/>
    <dgm:cxn modelId="{C1C83EAD-8283-4DB3-9B13-6B957080881A}" type="presOf" srcId="{FBD28226-4BB6-4FD3-B8A1-37A428365181}" destId="{767B1BF6-B319-4E9B-855E-124EEEFB1CA0}" srcOrd="0" destOrd="0" presId="urn:microsoft.com/office/officeart/2005/8/layout/vList2"/>
    <dgm:cxn modelId="{6A37CFB1-0D0A-4371-B521-E2E5EBBE4FB6}" srcId="{FBD28226-4BB6-4FD3-B8A1-37A428365181}" destId="{79627BCA-3EE4-48E9-9EE4-A961795A7F4C}" srcOrd="2" destOrd="0" parTransId="{E9BC4758-31D2-4F5E-9612-CC49DA0A748D}" sibTransId="{02A3F23B-22B1-4514-98F0-0D14D9AF1BBD}"/>
    <dgm:cxn modelId="{DAFFAABC-BDB5-4484-AA93-2F5938D53A39}" type="presOf" srcId="{18D7EA1C-A217-428A-8ADA-1AC0BD04C68F}" destId="{2D12BC2F-B3B4-4B4A-B575-EF8655249309}" srcOrd="0" destOrd="0" presId="urn:microsoft.com/office/officeart/2005/8/layout/vList2"/>
    <dgm:cxn modelId="{C026F9C1-9A85-4D6E-8A02-2D68F767D275}" type="presOf" srcId="{D6DDB9F4-1BA8-4A05-B671-E85695235A39}" destId="{617DE13D-8C2C-4AAB-9A53-9046DF00F980}" srcOrd="0" destOrd="0" presId="urn:microsoft.com/office/officeart/2005/8/layout/vList2"/>
    <dgm:cxn modelId="{391F2CE0-3C18-427F-BBA7-3963829D0814}" type="presOf" srcId="{77668192-E6A3-445E-8038-3E88E9C17E47}" destId="{429107F9-56CD-49CB-A715-C4F00ABDC934}" srcOrd="0" destOrd="0" presId="urn:microsoft.com/office/officeart/2005/8/layout/vList2"/>
    <dgm:cxn modelId="{CF6B74F7-E9E9-4B6F-893B-3E94776A2239}" type="presOf" srcId="{4091FE7A-07F1-44D0-AF63-20E5628401DD}" destId="{FFF12AC4-4BE0-4456-8685-58D3B9F406F1}" srcOrd="0" destOrd="0" presId="urn:microsoft.com/office/officeart/2005/8/layout/vList2"/>
    <dgm:cxn modelId="{33470746-4D80-451D-BE9F-0431E685DC67}" type="presParOf" srcId="{767B1BF6-B319-4E9B-855E-124EEEFB1CA0}" destId="{429107F9-56CD-49CB-A715-C4F00ABDC934}" srcOrd="0" destOrd="0" presId="urn:microsoft.com/office/officeart/2005/8/layout/vList2"/>
    <dgm:cxn modelId="{61668E49-FB80-47B6-8D32-963D842613F3}" type="presParOf" srcId="{767B1BF6-B319-4E9B-855E-124EEEFB1CA0}" destId="{E32E2DEE-8855-40EA-890C-8ECAD7B82B5E}" srcOrd="1" destOrd="0" presId="urn:microsoft.com/office/officeart/2005/8/layout/vList2"/>
    <dgm:cxn modelId="{625AEEC0-9263-4298-89F2-D7CBAF7EE93E}" type="presParOf" srcId="{767B1BF6-B319-4E9B-855E-124EEEFB1CA0}" destId="{84F3956E-952A-44AB-899B-1AA267D052C5}" srcOrd="2" destOrd="0" presId="urn:microsoft.com/office/officeart/2005/8/layout/vList2"/>
    <dgm:cxn modelId="{EB527199-BAB0-4487-B47D-6461BB1CB748}" type="presParOf" srcId="{767B1BF6-B319-4E9B-855E-124EEEFB1CA0}" destId="{284C14E1-D5FD-4A74-96B9-2EE9D70B90D6}" srcOrd="3" destOrd="0" presId="urn:microsoft.com/office/officeart/2005/8/layout/vList2"/>
    <dgm:cxn modelId="{3367EA31-F78C-4778-AC4F-098AE993962A}" type="presParOf" srcId="{767B1BF6-B319-4E9B-855E-124EEEFB1CA0}" destId="{467196E7-FFF7-4A21-AC9D-8146CA5CC690}" srcOrd="4" destOrd="0" presId="urn:microsoft.com/office/officeart/2005/8/layout/vList2"/>
    <dgm:cxn modelId="{DB8A7AC4-6B4B-4642-A59F-1056FF466B1A}" type="presParOf" srcId="{767B1BF6-B319-4E9B-855E-124EEEFB1CA0}" destId="{D62D4628-D2B3-4E2B-A4B8-FCCAA8C41450}" srcOrd="5" destOrd="0" presId="urn:microsoft.com/office/officeart/2005/8/layout/vList2"/>
    <dgm:cxn modelId="{B0F3D15B-9007-4CE5-BB3E-F953308816C1}" type="presParOf" srcId="{767B1BF6-B319-4E9B-855E-124EEEFB1CA0}" destId="{617DE13D-8C2C-4AAB-9A53-9046DF00F980}" srcOrd="6" destOrd="0" presId="urn:microsoft.com/office/officeart/2005/8/layout/vList2"/>
    <dgm:cxn modelId="{F8A20B5B-F9F4-4559-85D9-0461C41BA6C5}" type="presParOf" srcId="{767B1BF6-B319-4E9B-855E-124EEEFB1CA0}" destId="{494DEE89-777E-4DF0-B875-1BDDA76A3385}" srcOrd="7" destOrd="0" presId="urn:microsoft.com/office/officeart/2005/8/layout/vList2"/>
    <dgm:cxn modelId="{2B4F447F-1513-4602-870A-9C62098D36AE}" type="presParOf" srcId="{767B1BF6-B319-4E9B-855E-124EEEFB1CA0}" destId="{FFF12AC4-4BE0-4456-8685-58D3B9F406F1}" srcOrd="8" destOrd="0" presId="urn:microsoft.com/office/officeart/2005/8/layout/vList2"/>
    <dgm:cxn modelId="{0E92A94F-F975-4B2C-99B1-47A98D43724A}" type="presParOf" srcId="{767B1BF6-B319-4E9B-855E-124EEEFB1CA0}" destId="{2D12BC2F-B3B4-4B4A-B575-EF8655249309}"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6F56FD-DF43-4C9A-BF35-3614F3EEB9D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DCC4F74-FA43-4BBF-8269-BF3EC9C7471F}">
      <dgm:prSet custT="1"/>
      <dgm:spPr/>
      <dgm:t>
        <a:bodyPr/>
        <a:lstStyle/>
        <a:p>
          <a:pPr rtl="0"/>
          <a:r>
            <a:rPr lang="en-US" sz="2800" noProof="0"/>
            <a:t>Dynamic Models</a:t>
          </a:r>
        </a:p>
      </dgm:t>
    </dgm:pt>
    <dgm:pt modelId="{C2B0B246-E0FA-4D97-9529-26D24729EB2C}" type="parTrans" cxnId="{10F45871-D5AF-42A8-A037-BBF56896C9E3}">
      <dgm:prSet/>
      <dgm:spPr/>
      <dgm:t>
        <a:bodyPr/>
        <a:lstStyle/>
        <a:p>
          <a:endParaRPr lang="en-US" sz="1200" noProof="0"/>
        </a:p>
      </dgm:t>
    </dgm:pt>
    <dgm:pt modelId="{02BEAD92-1CA8-4DB7-9F04-27FCF24D2ADA}" type="sibTrans" cxnId="{10F45871-D5AF-42A8-A037-BBF56896C9E3}">
      <dgm:prSet/>
      <dgm:spPr/>
      <dgm:t>
        <a:bodyPr/>
        <a:lstStyle/>
        <a:p>
          <a:endParaRPr lang="en-US" sz="1200" noProof="0"/>
        </a:p>
      </dgm:t>
    </dgm:pt>
    <dgm:pt modelId="{27E66C2B-D366-4D2B-BD37-BE55D94CD74F}">
      <dgm:prSet custT="1"/>
      <dgm:spPr/>
      <dgm:t>
        <a:bodyPr/>
        <a:lstStyle/>
        <a:p>
          <a:pPr rtl="0"/>
          <a:r>
            <a:rPr lang="en-US" sz="2800" noProof="0" dirty="0"/>
            <a:t>Represents a system as it evolves over time</a:t>
          </a:r>
        </a:p>
      </dgm:t>
    </dgm:pt>
    <dgm:pt modelId="{7679B204-8833-4BCE-9FD8-646D5233A98A}" type="parTrans" cxnId="{10142B89-BB02-45A6-96EA-667859691FD3}">
      <dgm:prSet/>
      <dgm:spPr/>
      <dgm:t>
        <a:bodyPr/>
        <a:lstStyle/>
        <a:p>
          <a:endParaRPr lang="en-US" sz="1200" noProof="0"/>
        </a:p>
      </dgm:t>
    </dgm:pt>
    <dgm:pt modelId="{AA033634-16D6-4FF2-AC57-94E62E4C7F2A}" type="sibTrans" cxnId="{10142B89-BB02-45A6-96EA-667859691FD3}">
      <dgm:prSet/>
      <dgm:spPr/>
      <dgm:t>
        <a:bodyPr/>
        <a:lstStyle/>
        <a:p>
          <a:endParaRPr lang="en-US" sz="1200" noProof="0"/>
        </a:p>
      </dgm:t>
    </dgm:pt>
    <dgm:pt modelId="{ECB1702C-1343-41F1-BEED-B62CBA61F4ED}">
      <dgm:prSet custT="1"/>
      <dgm:spPr/>
      <dgm:t>
        <a:bodyPr/>
        <a:lstStyle/>
        <a:p>
          <a:pPr rtl="0"/>
          <a:r>
            <a:rPr lang="en-US" sz="2800" noProof="0" dirty="0"/>
            <a:t>Static Models</a:t>
          </a:r>
        </a:p>
      </dgm:t>
    </dgm:pt>
    <dgm:pt modelId="{EE2D36A3-9F91-492A-B425-79D4ECF3C62F}" type="parTrans" cxnId="{F6FCC9B3-EB54-4BB0-ABE6-4B8C84161E3E}">
      <dgm:prSet/>
      <dgm:spPr/>
      <dgm:t>
        <a:bodyPr/>
        <a:lstStyle/>
        <a:p>
          <a:endParaRPr lang="en-US" sz="1200" noProof="0"/>
        </a:p>
      </dgm:t>
    </dgm:pt>
    <dgm:pt modelId="{6E310DA9-1D43-43C2-BC31-70DD17FD5468}" type="sibTrans" cxnId="{F6FCC9B3-EB54-4BB0-ABE6-4B8C84161E3E}">
      <dgm:prSet/>
      <dgm:spPr/>
      <dgm:t>
        <a:bodyPr/>
        <a:lstStyle/>
        <a:p>
          <a:endParaRPr lang="en-US" sz="1200" noProof="0"/>
        </a:p>
      </dgm:t>
    </dgm:pt>
    <dgm:pt modelId="{ECD26CE0-E8BD-452D-A460-AD188AE04E26}">
      <dgm:prSet custT="1"/>
      <dgm:spPr/>
      <dgm:t>
        <a:bodyPr/>
        <a:lstStyle/>
        <a:p>
          <a:pPr rtl="0"/>
          <a:r>
            <a:rPr lang="en-US" sz="2800" noProof="0"/>
            <a:t>Time plays no role</a:t>
          </a:r>
        </a:p>
      </dgm:t>
    </dgm:pt>
    <dgm:pt modelId="{FC67EFEE-A240-40C6-8559-C33304C5B240}" type="parTrans" cxnId="{8FC5098B-8AA9-4E98-BC32-63FF9692DAAF}">
      <dgm:prSet/>
      <dgm:spPr/>
      <dgm:t>
        <a:bodyPr/>
        <a:lstStyle/>
        <a:p>
          <a:endParaRPr lang="en-US" sz="1200" noProof="0"/>
        </a:p>
      </dgm:t>
    </dgm:pt>
    <dgm:pt modelId="{0CCC1A46-D851-41B9-A765-7F45F254D6A5}" type="sibTrans" cxnId="{8FC5098B-8AA9-4E98-BC32-63FF9692DAAF}">
      <dgm:prSet/>
      <dgm:spPr/>
      <dgm:t>
        <a:bodyPr/>
        <a:lstStyle/>
        <a:p>
          <a:endParaRPr lang="en-US" sz="1200" noProof="0"/>
        </a:p>
      </dgm:t>
    </dgm:pt>
    <dgm:pt modelId="{667C20A3-6186-4AF9-866A-0C0F6B9DB9D2}">
      <dgm:prSet custT="1"/>
      <dgm:spPr/>
      <dgm:t>
        <a:bodyPr/>
        <a:lstStyle/>
        <a:p>
          <a:pPr rtl="0"/>
          <a:r>
            <a:rPr lang="en-US" sz="2800" noProof="0" dirty="0"/>
            <a:t>Represents the system at a particular point in time</a:t>
          </a:r>
        </a:p>
      </dgm:t>
    </dgm:pt>
    <dgm:pt modelId="{1F9130E9-4C9C-4E39-99F5-5BCAA438C69D}" type="parTrans" cxnId="{B01C1E18-F17E-4FAC-8339-18DB42489097}">
      <dgm:prSet/>
      <dgm:spPr/>
      <dgm:t>
        <a:bodyPr/>
        <a:lstStyle/>
        <a:p>
          <a:endParaRPr lang="en-US" sz="1200" noProof="0"/>
        </a:p>
      </dgm:t>
    </dgm:pt>
    <dgm:pt modelId="{252E590A-49C6-4FEA-B280-FA60D4CC9F87}" type="sibTrans" cxnId="{B01C1E18-F17E-4FAC-8339-18DB42489097}">
      <dgm:prSet/>
      <dgm:spPr/>
      <dgm:t>
        <a:bodyPr/>
        <a:lstStyle/>
        <a:p>
          <a:endParaRPr lang="en-US" sz="1200" noProof="0"/>
        </a:p>
      </dgm:t>
    </dgm:pt>
    <dgm:pt modelId="{703DC15B-2F3B-47DA-9596-6600D353D904}">
      <dgm:prSet custT="1"/>
      <dgm:spPr/>
      <dgm:t>
        <a:bodyPr/>
        <a:lstStyle/>
        <a:p>
          <a:pPr rtl="0"/>
          <a:r>
            <a:rPr lang="en-US" sz="2800" noProof="0" dirty="0"/>
            <a:t>Example: </a:t>
          </a:r>
          <a:r>
            <a:rPr lang="en-US" sz="2800" noProof="0" dirty="0" err="1"/>
            <a:t>Monté</a:t>
          </a:r>
          <a:r>
            <a:rPr lang="en-US" sz="2800" noProof="0" dirty="0"/>
            <a:t> Carlo Method</a:t>
          </a:r>
        </a:p>
      </dgm:t>
    </dgm:pt>
    <dgm:pt modelId="{990A5867-5E4B-4B15-9B57-EECD86A3AB65}" type="parTrans" cxnId="{A3415A1C-1BD2-4AC9-AB12-9788D42E4452}">
      <dgm:prSet/>
      <dgm:spPr/>
      <dgm:t>
        <a:bodyPr/>
        <a:lstStyle/>
        <a:p>
          <a:endParaRPr lang="en-US"/>
        </a:p>
      </dgm:t>
    </dgm:pt>
    <dgm:pt modelId="{2C80FB66-BFD5-4E9E-A4EA-9871823828C0}" type="sibTrans" cxnId="{A3415A1C-1BD2-4AC9-AB12-9788D42E4452}">
      <dgm:prSet/>
      <dgm:spPr/>
      <dgm:t>
        <a:bodyPr/>
        <a:lstStyle/>
        <a:p>
          <a:endParaRPr lang="en-US"/>
        </a:p>
      </dgm:t>
    </dgm:pt>
    <dgm:pt modelId="{D15DF80A-C90C-4E31-B84B-3B7418BCFC34}">
      <dgm:prSet custT="1"/>
      <dgm:spPr/>
      <dgm:t>
        <a:bodyPr/>
        <a:lstStyle/>
        <a:p>
          <a:pPr rtl="0"/>
          <a:r>
            <a:rPr lang="fr-FR" sz="2800" noProof="0" dirty="0" err="1"/>
            <a:t>Example</a:t>
          </a:r>
          <a:r>
            <a:rPr lang="fr-FR" sz="2800" noProof="0" dirty="0"/>
            <a:t>: Cars </a:t>
          </a:r>
          <a:r>
            <a:rPr lang="fr-FR" sz="2800" noProof="0" dirty="0" err="1"/>
            <a:t>arriving</a:t>
          </a:r>
          <a:r>
            <a:rPr lang="fr-FR" sz="2800" noProof="0" dirty="0"/>
            <a:t> to a parking</a:t>
          </a:r>
          <a:endParaRPr lang="en-US" sz="2800" noProof="0" dirty="0"/>
        </a:p>
      </dgm:t>
    </dgm:pt>
    <dgm:pt modelId="{6CB5F0CD-EC14-4A3D-A241-DAE006154071}" type="parTrans" cxnId="{90A54F94-A3EC-4F18-B514-D247BDBDA484}">
      <dgm:prSet/>
      <dgm:spPr/>
      <dgm:t>
        <a:bodyPr/>
        <a:lstStyle/>
        <a:p>
          <a:endParaRPr lang="en-US"/>
        </a:p>
      </dgm:t>
    </dgm:pt>
    <dgm:pt modelId="{797B6734-2269-474E-8928-02770F02235D}" type="sibTrans" cxnId="{90A54F94-A3EC-4F18-B514-D247BDBDA484}">
      <dgm:prSet/>
      <dgm:spPr/>
      <dgm:t>
        <a:bodyPr/>
        <a:lstStyle/>
        <a:p>
          <a:endParaRPr lang="en-US"/>
        </a:p>
      </dgm:t>
    </dgm:pt>
    <dgm:pt modelId="{1A1EE0E1-D99B-4EAF-9EB0-7A943318FAE3}" type="pres">
      <dgm:prSet presAssocID="{576F56FD-DF43-4C9A-BF35-3614F3EEB9DD}" presName="Name0" presStyleCnt="0">
        <dgm:presLayoutVars>
          <dgm:dir/>
          <dgm:animLvl val="lvl"/>
          <dgm:resizeHandles val="exact"/>
        </dgm:presLayoutVars>
      </dgm:prSet>
      <dgm:spPr/>
    </dgm:pt>
    <dgm:pt modelId="{16F99C41-9057-4BA3-824B-7126868D2EA3}" type="pres">
      <dgm:prSet presAssocID="{CDCC4F74-FA43-4BBF-8269-BF3EC9C7471F}" presName="composite" presStyleCnt="0"/>
      <dgm:spPr/>
    </dgm:pt>
    <dgm:pt modelId="{45BE9ACC-7662-4A18-AB99-E641B8A5645C}" type="pres">
      <dgm:prSet presAssocID="{CDCC4F74-FA43-4BBF-8269-BF3EC9C7471F}" presName="parTx" presStyleLbl="alignNode1" presStyleIdx="0" presStyleCnt="2">
        <dgm:presLayoutVars>
          <dgm:chMax val="0"/>
          <dgm:chPref val="0"/>
          <dgm:bulletEnabled val="1"/>
        </dgm:presLayoutVars>
      </dgm:prSet>
      <dgm:spPr/>
    </dgm:pt>
    <dgm:pt modelId="{8FA8C80A-505C-4B16-982B-184AB592F1B3}" type="pres">
      <dgm:prSet presAssocID="{CDCC4F74-FA43-4BBF-8269-BF3EC9C7471F}" presName="desTx" presStyleLbl="alignAccFollowNode1" presStyleIdx="0" presStyleCnt="2">
        <dgm:presLayoutVars>
          <dgm:bulletEnabled val="1"/>
        </dgm:presLayoutVars>
      </dgm:prSet>
      <dgm:spPr/>
    </dgm:pt>
    <dgm:pt modelId="{2A0BBC56-562D-44CF-9540-5E7414A81A1E}" type="pres">
      <dgm:prSet presAssocID="{02BEAD92-1CA8-4DB7-9F04-27FCF24D2ADA}" presName="space" presStyleCnt="0"/>
      <dgm:spPr/>
    </dgm:pt>
    <dgm:pt modelId="{E95725BC-48F8-40D6-B545-654FF6281632}" type="pres">
      <dgm:prSet presAssocID="{ECB1702C-1343-41F1-BEED-B62CBA61F4ED}" presName="composite" presStyleCnt="0"/>
      <dgm:spPr/>
    </dgm:pt>
    <dgm:pt modelId="{86FE52C9-B4BB-49D0-9BBD-7165BE33FC9A}" type="pres">
      <dgm:prSet presAssocID="{ECB1702C-1343-41F1-BEED-B62CBA61F4ED}" presName="parTx" presStyleLbl="alignNode1" presStyleIdx="1" presStyleCnt="2">
        <dgm:presLayoutVars>
          <dgm:chMax val="0"/>
          <dgm:chPref val="0"/>
          <dgm:bulletEnabled val="1"/>
        </dgm:presLayoutVars>
      </dgm:prSet>
      <dgm:spPr/>
    </dgm:pt>
    <dgm:pt modelId="{807AF8D7-E4DA-4479-8821-A0CC853C2C6A}" type="pres">
      <dgm:prSet presAssocID="{ECB1702C-1343-41F1-BEED-B62CBA61F4ED}" presName="desTx" presStyleLbl="alignAccFollowNode1" presStyleIdx="1" presStyleCnt="2">
        <dgm:presLayoutVars>
          <dgm:bulletEnabled val="1"/>
        </dgm:presLayoutVars>
      </dgm:prSet>
      <dgm:spPr/>
    </dgm:pt>
  </dgm:ptLst>
  <dgm:cxnLst>
    <dgm:cxn modelId="{1B276D0E-EF93-4A80-977D-91BDBA0D5ABC}" type="presOf" srcId="{CDCC4F74-FA43-4BBF-8269-BF3EC9C7471F}" destId="{45BE9ACC-7662-4A18-AB99-E641B8A5645C}" srcOrd="0" destOrd="0" presId="urn:microsoft.com/office/officeart/2005/8/layout/hList1"/>
    <dgm:cxn modelId="{517DCD10-2683-4A3E-9508-5A20783B8994}" type="presOf" srcId="{ECD26CE0-E8BD-452D-A460-AD188AE04E26}" destId="{807AF8D7-E4DA-4479-8821-A0CC853C2C6A}" srcOrd="0" destOrd="0" presId="urn:microsoft.com/office/officeart/2005/8/layout/hList1"/>
    <dgm:cxn modelId="{B01C1E18-F17E-4FAC-8339-18DB42489097}" srcId="{ECB1702C-1343-41F1-BEED-B62CBA61F4ED}" destId="{667C20A3-6186-4AF9-866A-0C0F6B9DB9D2}" srcOrd="1" destOrd="0" parTransId="{1F9130E9-4C9C-4E39-99F5-5BCAA438C69D}" sibTransId="{252E590A-49C6-4FEA-B280-FA60D4CC9F87}"/>
    <dgm:cxn modelId="{A3415A1C-1BD2-4AC9-AB12-9788D42E4452}" srcId="{ECB1702C-1343-41F1-BEED-B62CBA61F4ED}" destId="{703DC15B-2F3B-47DA-9596-6600D353D904}" srcOrd="2" destOrd="0" parTransId="{990A5867-5E4B-4B15-9B57-EECD86A3AB65}" sibTransId="{2C80FB66-BFD5-4E9E-A4EA-9871823828C0}"/>
    <dgm:cxn modelId="{BDDA3921-3DD7-466C-AE98-3681CB239110}" type="presOf" srcId="{D15DF80A-C90C-4E31-B84B-3B7418BCFC34}" destId="{8FA8C80A-505C-4B16-982B-184AB592F1B3}" srcOrd="0" destOrd="1" presId="urn:microsoft.com/office/officeart/2005/8/layout/hList1"/>
    <dgm:cxn modelId="{C2AC2425-D723-45F3-A0CC-BF9758AC105F}" type="presOf" srcId="{576F56FD-DF43-4C9A-BF35-3614F3EEB9DD}" destId="{1A1EE0E1-D99B-4EAF-9EB0-7A943318FAE3}" srcOrd="0" destOrd="0" presId="urn:microsoft.com/office/officeart/2005/8/layout/hList1"/>
    <dgm:cxn modelId="{086B6043-3E92-4C38-B6D6-843F628FF9A7}" type="presOf" srcId="{703DC15B-2F3B-47DA-9596-6600D353D904}" destId="{807AF8D7-E4DA-4479-8821-A0CC853C2C6A}" srcOrd="0" destOrd="2" presId="urn:microsoft.com/office/officeart/2005/8/layout/hList1"/>
    <dgm:cxn modelId="{10F45871-D5AF-42A8-A037-BBF56896C9E3}" srcId="{576F56FD-DF43-4C9A-BF35-3614F3EEB9DD}" destId="{CDCC4F74-FA43-4BBF-8269-BF3EC9C7471F}" srcOrd="0" destOrd="0" parTransId="{C2B0B246-E0FA-4D97-9529-26D24729EB2C}" sibTransId="{02BEAD92-1CA8-4DB7-9F04-27FCF24D2ADA}"/>
    <dgm:cxn modelId="{EA0F9C55-57BB-4A79-A35F-7D4BC1FAD951}" type="presOf" srcId="{27E66C2B-D366-4D2B-BD37-BE55D94CD74F}" destId="{8FA8C80A-505C-4B16-982B-184AB592F1B3}" srcOrd="0" destOrd="0" presId="urn:microsoft.com/office/officeart/2005/8/layout/hList1"/>
    <dgm:cxn modelId="{10142B89-BB02-45A6-96EA-667859691FD3}" srcId="{CDCC4F74-FA43-4BBF-8269-BF3EC9C7471F}" destId="{27E66C2B-D366-4D2B-BD37-BE55D94CD74F}" srcOrd="0" destOrd="0" parTransId="{7679B204-8833-4BCE-9FD8-646D5233A98A}" sibTransId="{AA033634-16D6-4FF2-AC57-94E62E4C7F2A}"/>
    <dgm:cxn modelId="{8FC5098B-8AA9-4E98-BC32-63FF9692DAAF}" srcId="{ECB1702C-1343-41F1-BEED-B62CBA61F4ED}" destId="{ECD26CE0-E8BD-452D-A460-AD188AE04E26}" srcOrd="0" destOrd="0" parTransId="{FC67EFEE-A240-40C6-8559-C33304C5B240}" sibTransId="{0CCC1A46-D851-41B9-A765-7F45F254D6A5}"/>
    <dgm:cxn modelId="{90A54F94-A3EC-4F18-B514-D247BDBDA484}" srcId="{CDCC4F74-FA43-4BBF-8269-BF3EC9C7471F}" destId="{D15DF80A-C90C-4E31-B84B-3B7418BCFC34}" srcOrd="1" destOrd="0" parTransId="{6CB5F0CD-EC14-4A3D-A241-DAE006154071}" sibTransId="{797B6734-2269-474E-8928-02770F02235D}"/>
    <dgm:cxn modelId="{76820BA7-4D8F-4CFF-A117-8D691A0F986C}" type="presOf" srcId="{667C20A3-6186-4AF9-866A-0C0F6B9DB9D2}" destId="{807AF8D7-E4DA-4479-8821-A0CC853C2C6A}" srcOrd="0" destOrd="1" presId="urn:microsoft.com/office/officeart/2005/8/layout/hList1"/>
    <dgm:cxn modelId="{57AAB2A8-6EC4-4E83-A0EF-F12912021AFD}" type="presOf" srcId="{ECB1702C-1343-41F1-BEED-B62CBA61F4ED}" destId="{86FE52C9-B4BB-49D0-9BBD-7165BE33FC9A}" srcOrd="0" destOrd="0" presId="urn:microsoft.com/office/officeart/2005/8/layout/hList1"/>
    <dgm:cxn modelId="{F6FCC9B3-EB54-4BB0-ABE6-4B8C84161E3E}" srcId="{576F56FD-DF43-4C9A-BF35-3614F3EEB9DD}" destId="{ECB1702C-1343-41F1-BEED-B62CBA61F4ED}" srcOrd="1" destOrd="0" parTransId="{EE2D36A3-9F91-492A-B425-79D4ECF3C62F}" sibTransId="{6E310DA9-1D43-43C2-BC31-70DD17FD5468}"/>
    <dgm:cxn modelId="{3C3E4C6D-F253-4B5A-82C4-04AA997DCF53}" type="presParOf" srcId="{1A1EE0E1-D99B-4EAF-9EB0-7A943318FAE3}" destId="{16F99C41-9057-4BA3-824B-7126868D2EA3}" srcOrd="0" destOrd="0" presId="urn:microsoft.com/office/officeart/2005/8/layout/hList1"/>
    <dgm:cxn modelId="{CDC59212-2037-4ED2-A25E-3719829A8252}" type="presParOf" srcId="{16F99C41-9057-4BA3-824B-7126868D2EA3}" destId="{45BE9ACC-7662-4A18-AB99-E641B8A5645C}" srcOrd="0" destOrd="0" presId="urn:microsoft.com/office/officeart/2005/8/layout/hList1"/>
    <dgm:cxn modelId="{70B800E4-6965-417F-B66B-6E669801976B}" type="presParOf" srcId="{16F99C41-9057-4BA3-824B-7126868D2EA3}" destId="{8FA8C80A-505C-4B16-982B-184AB592F1B3}" srcOrd="1" destOrd="0" presId="urn:microsoft.com/office/officeart/2005/8/layout/hList1"/>
    <dgm:cxn modelId="{321E8722-FC7A-48AB-8D3C-AA5EC6C4FEB6}" type="presParOf" srcId="{1A1EE0E1-D99B-4EAF-9EB0-7A943318FAE3}" destId="{2A0BBC56-562D-44CF-9540-5E7414A81A1E}" srcOrd="1" destOrd="0" presId="urn:microsoft.com/office/officeart/2005/8/layout/hList1"/>
    <dgm:cxn modelId="{D3B85F8F-DCCB-48F3-85A9-E2E6DE646B6A}" type="presParOf" srcId="{1A1EE0E1-D99B-4EAF-9EB0-7A943318FAE3}" destId="{E95725BC-48F8-40D6-B545-654FF6281632}" srcOrd="2" destOrd="0" presId="urn:microsoft.com/office/officeart/2005/8/layout/hList1"/>
    <dgm:cxn modelId="{2AA056FC-2C1D-48BC-B8C2-1589B4B71209}" type="presParOf" srcId="{E95725BC-48F8-40D6-B545-654FF6281632}" destId="{86FE52C9-B4BB-49D0-9BBD-7165BE33FC9A}" srcOrd="0" destOrd="0" presId="urn:microsoft.com/office/officeart/2005/8/layout/hList1"/>
    <dgm:cxn modelId="{7F0392F7-59F4-4DCD-A6B8-F6D1E9A205C5}" type="presParOf" srcId="{E95725BC-48F8-40D6-B545-654FF6281632}" destId="{807AF8D7-E4DA-4479-8821-A0CC853C2C6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CABBC9-2441-452D-A9B2-0FAF71D131E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898EC64-200D-4BFD-894B-534A992D40C9}">
      <dgm:prSet/>
      <dgm:spPr/>
      <dgm:t>
        <a:bodyPr/>
        <a:lstStyle/>
        <a:p>
          <a:pPr rtl="0"/>
          <a:r>
            <a:rPr lang="en-US" noProof="0"/>
            <a:t>Deterministic Models</a:t>
          </a:r>
        </a:p>
      </dgm:t>
    </dgm:pt>
    <dgm:pt modelId="{D9479D92-A04B-48EF-AD72-CF65EEE49C0B}" type="parTrans" cxnId="{8AD82B63-1712-4318-BB36-CB1064D77924}">
      <dgm:prSet/>
      <dgm:spPr/>
      <dgm:t>
        <a:bodyPr/>
        <a:lstStyle/>
        <a:p>
          <a:endParaRPr lang="en-US"/>
        </a:p>
      </dgm:t>
    </dgm:pt>
    <dgm:pt modelId="{371E9B2D-7EFE-4F50-A534-832A56B1C42F}" type="sibTrans" cxnId="{8AD82B63-1712-4318-BB36-CB1064D77924}">
      <dgm:prSet/>
      <dgm:spPr/>
      <dgm:t>
        <a:bodyPr/>
        <a:lstStyle/>
        <a:p>
          <a:endParaRPr lang="en-US"/>
        </a:p>
      </dgm:t>
    </dgm:pt>
    <dgm:pt modelId="{DF3DDCCE-4CF1-4594-A547-77470C082D22}">
      <dgm:prSet/>
      <dgm:spPr/>
      <dgm:t>
        <a:bodyPr/>
        <a:lstStyle/>
        <a:p>
          <a:pPr rtl="0"/>
          <a:r>
            <a:rPr lang="en-US" noProof="0"/>
            <a:t>Stochastic Models</a:t>
          </a:r>
        </a:p>
      </dgm:t>
    </dgm:pt>
    <dgm:pt modelId="{752AAD80-9F74-46AA-BDE2-07A37CDC9B59}" type="parTrans" cxnId="{68BBF8CD-1569-4B85-8DCA-90020EB5D0AC}">
      <dgm:prSet/>
      <dgm:spPr/>
      <dgm:t>
        <a:bodyPr/>
        <a:lstStyle/>
        <a:p>
          <a:endParaRPr lang="en-US"/>
        </a:p>
      </dgm:t>
    </dgm:pt>
    <dgm:pt modelId="{72C8CFE4-B0F0-4C8A-AFA7-5166697B1EA7}" type="sibTrans" cxnId="{68BBF8CD-1569-4B85-8DCA-90020EB5D0AC}">
      <dgm:prSet/>
      <dgm:spPr/>
      <dgm:t>
        <a:bodyPr/>
        <a:lstStyle/>
        <a:p>
          <a:endParaRPr lang="en-US"/>
        </a:p>
      </dgm:t>
    </dgm:pt>
    <dgm:pt modelId="{7D60D998-C6C6-4A4A-ABD8-54C0210E7EC0}">
      <dgm:prSet/>
      <dgm:spPr/>
      <dgm:t>
        <a:bodyPr/>
        <a:lstStyle/>
        <a:p>
          <a:pPr rtl="0"/>
          <a:r>
            <a:rPr lang="en-US" noProof="0" dirty="0"/>
            <a:t>No probabilistic component in the system</a:t>
          </a:r>
        </a:p>
      </dgm:t>
    </dgm:pt>
    <dgm:pt modelId="{7FBBF496-30BC-46F6-976A-C663AC0A5CF8}" type="parTrans" cxnId="{E40CDA23-066F-41ED-9315-1CF14B232566}">
      <dgm:prSet/>
      <dgm:spPr/>
      <dgm:t>
        <a:bodyPr/>
        <a:lstStyle/>
        <a:p>
          <a:endParaRPr lang="en-US"/>
        </a:p>
      </dgm:t>
    </dgm:pt>
    <dgm:pt modelId="{280CDCE2-954F-4E29-9822-B6F57553B62C}" type="sibTrans" cxnId="{E40CDA23-066F-41ED-9315-1CF14B232566}">
      <dgm:prSet/>
      <dgm:spPr/>
      <dgm:t>
        <a:bodyPr/>
        <a:lstStyle/>
        <a:p>
          <a:endParaRPr lang="en-US"/>
        </a:p>
      </dgm:t>
    </dgm:pt>
    <dgm:pt modelId="{5996630E-8788-4CB7-88B0-E4A6F5C82364}">
      <dgm:prSet/>
      <dgm:spPr/>
      <dgm:t>
        <a:bodyPr/>
        <a:lstStyle/>
        <a:p>
          <a:pPr rtl="0"/>
          <a:r>
            <a:rPr lang="en-US" noProof="0"/>
            <a:t>Example: Worst-Case Analysis of the system</a:t>
          </a:r>
        </a:p>
      </dgm:t>
    </dgm:pt>
    <dgm:pt modelId="{17F11512-BA53-4641-BB67-809539826EAF}" type="parTrans" cxnId="{96AA6D5F-F2F1-4D81-8538-FB2A603938E4}">
      <dgm:prSet/>
      <dgm:spPr/>
      <dgm:t>
        <a:bodyPr/>
        <a:lstStyle/>
        <a:p>
          <a:endParaRPr lang="en-US"/>
        </a:p>
      </dgm:t>
    </dgm:pt>
    <dgm:pt modelId="{8AF4E581-7FB5-48C0-8184-EA0D503FE3C6}" type="sibTrans" cxnId="{96AA6D5F-F2F1-4D81-8538-FB2A603938E4}">
      <dgm:prSet/>
      <dgm:spPr/>
      <dgm:t>
        <a:bodyPr/>
        <a:lstStyle/>
        <a:p>
          <a:endParaRPr lang="en-US"/>
        </a:p>
      </dgm:t>
    </dgm:pt>
    <dgm:pt modelId="{FF104341-3699-472C-9FE4-EFC8064295C6}">
      <dgm:prSet/>
      <dgm:spPr/>
      <dgm:t>
        <a:bodyPr/>
        <a:lstStyle/>
        <a:p>
          <a:pPr rtl="0"/>
          <a:r>
            <a:rPr lang="en-US" noProof="0" dirty="0"/>
            <a:t>Some components of the system has a </a:t>
          </a:r>
          <a:r>
            <a:rPr lang="en-US" noProof="0" dirty="0" err="1"/>
            <a:t>probablistic</a:t>
          </a:r>
          <a:r>
            <a:rPr lang="en-US" noProof="0" dirty="0"/>
            <a:t> behavior (Random variable,  event probability)</a:t>
          </a:r>
        </a:p>
      </dgm:t>
    </dgm:pt>
    <dgm:pt modelId="{9A21AAEF-2CC2-40D6-998D-51A5BD2A90A6}" type="parTrans" cxnId="{C7EC602E-52D0-441C-B4AD-B8193F8AFB42}">
      <dgm:prSet/>
      <dgm:spPr/>
      <dgm:t>
        <a:bodyPr/>
        <a:lstStyle/>
        <a:p>
          <a:endParaRPr lang="en-US"/>
        </a:p>
      </dgm:t>
    </dgm:pt>
    <dgm:pt modelId="{8BFA11AA-A39D-4329-8CCB-A239800E4060}" type="sibTrans" cxnId="{C7EC602E-52D0-441C-B4AD-B8193F8AFB42}">
      <dgm:prSet/>
      <dgm:spPr/>
      <dgm:t>
        <a:bodyPr/>
        <a:lstStyle/>
        <a:p>
          <a:endParaRPr lang="en-US"/>
        </a:p>
      </dgm:t>
    </dgm:pt>
    <dgm:pt modelId="{68A2FC0C-4E7D-4BE6-909B-8C51C68FB19C}">
      <dgm:prSet/>
      <dgm:spPr/>
      <dgm:t>
        <a:bodyPr/>
        <a:lstStyle/>
        <a:p>
          <a:pPr rtl="0"/>
          <a:r>
            <a:rPr lang="en-US" noProof="0" dirty="0"/>
            <a:t>Example: </a:t>
          </a:r>
          <a:r>
            <a:rPr lang="en-US" noProof="0" dirty="0" err="1"/>
            <a:t>Queueing</a:t>
          </a:r>
          <a:r>
            <a:rPr lang="en-US" noProof="0" dirty="0"/>
            <a:t> systems</a:t>
          </a:r>
        </a:p>
      </dgm:t>
    </dgm:pt>
    <dgm:pt modelId="{D13E40B7-CDE6-4B91-BFA0-2B09179E5328}" type="parTrans" cxnId="{1F1E36A9-339A-4F17-BAB8-2F6C044F30A6}">
      <dgm:prSet/>
      <dgm:spPr/>
      <dgm:t>
        <a:bodyPr/>
        <a:lstStyle/>
        <a:p>
          <a:endParaRPr lang="en-US"/>
        </a:p>
      </dgm:t>
    </dgm:pt>
    <dgm:pt modelId="{43EA23DD-E5F7-4FC8-8F81-AAA097A86FA4}" type="sibTrans" cxnId="{1F1E36A9-339A-4F17-BAB8-2F6C044F30A6}">
      <dgm:prSet/>
      <dgm:spPr/>
      <dgm:t>
        <a:bodyPr/>
        <a:lstStyle/>
        <a:p>
          <a:endParaRPr lang="en-US"/>
        </a:p>
      </dgm:t>
    </dgm:pt>
    <dgm:pt modelId="{A2C1DA9D-0D8F-42AA-9796-4BF8169E9BFE}" type="pres">
      <dgm:prSet presAssocID="{D6CABBC9-2441-452D-A9B2-0FAF71D131ED}" presName="Name0" presStyleCnt="0">
        <dgm:presLayoutVars>
          <dgm:dir/>
          <dgm:animLvl val="lvl"/>
          <dgm:resizeHandles val="exact"/>
        </dgm:presLayoutVars>
      </dgm:prSet>
      <dgm:spPr/>
    </dgm:pt>
    <dgm:pt modelId="{3868291F-16CE-4909-9D64-D8A493CE413D}" type="pres">
      <dgm:prSet presAssocID="{C898EC64-200D-4BFD-894B-534A992D40C9}" presName="composite" presStyleCnt="0"/>
      <dgm:spPr/>
    </dgm:pt>
    <dgm:pt modelId="{035C7BF6-F552-4797-9E27-417AC781FA96}" type="pres">
      <dgm:prSet presAssocID="{C898EC64-200D-4BFD-894B-534A992D40C9}" presName="parTx" presStyleLbl="alignNode1" presStyleIdx="0" presStyleCnt="2">
        <dgm:presLayoutVars>
          <dgm:chMax val="0"/>
          <dgm:chPref val="0"/>
          <dgm:bulletEnabled val="1"/>
        </dgm:presLayoutVars>
      </dgm:prSet>
      <dgm:spPr/>
    </dgm:pt>
    <dgm:pt modelId="{737CF298-ED5B-4B2F-B9F3-2FC12AF5EABF}" type="pres">
      <dgm:prSet presAssocID="{C898EC64-200D-4BFD-894B-534A992D40C9}" presName="desTx" presStyleLbl="alignAccFollowNode1" presStyleIdx="0" presStyleCnt="2">
        <dgm:presLayoutVars>
          <dgm:bulletEnabled val="1"/>
        </dgm:presLayoutVars>
      </dgm:prSet>
      <dgm:spPr/>
    </dgm:pt>
    <dgm:pt modelId="{A65F74D0-377E-49CB-B133-5BC8C78A4F52}" type="pres">
      <dgm:prSet presAssocID="{371E9B2D-7EFE-4F50-A534-832A56B1C42F}" presName="space" presStyleCnt="0"/>
      <dgm:spPr/>
    </dgm:pt>
    <dgm:pt modelId="{24C07416-CA2B-4033-A57F-707A4EB47687}" type="pres">
      <dgm:prSet presAssocID="{DF3DDCCE-4CF1-4594-A547-77470C082D22}" presName="composite" presStyleCnt="0"/>
      <dgm:spPr/>
    </dgm:pt>
    <dgm:pt modelId="{B07E6900-FC94-4DA6-8CA9-1F5E64BD96D1}" type="pres">
      <dgm:prSet presAssocID="{DF3DDCCE-4CF1-4594-A547-77470C082D22}" presName="parTx" presStyleLbl="alignNode1" presStyleIdx="1" presStyleCnt="2">
        <dgm:presLayoutVars>
          <dgm:chMax val="0"/>
          <dgm:chPref val="0"/>
          <dgm:bulletEnabled val="1"/>
        </dgm:presLayoutVars>
      </dgm:prSet>
      <dgm:spPr/>
    </dgm:pt>
    <dgm:pt modelId="{EF384ED8-DCF4-42F2-8659-637A9CFEEDE3}" type="pres">
      <dgm:prSet presAssocID="{DF3DDCCE-4CF1-4594-A547-77470C082D22}" presName="desTx" presStyleLbl="alignAccFollowNode1" presStyleIdx="1" presStyleCnt="2">
        <dgm:presLayoutVars>
          <dgm:bulletEnabled val="1"/>
        </dgm:presLayoutVars>
      </dgm:prSet>
      <dgm:spPr/>
    </dgm:pt>
  </dgm:ptLst>
  <dgm:cxnLst>
    <dgm:cxn modelId="{34053A13-E491-4C06-84E6-A11654779007}" type="presOf" srcId="{5996630E-8788-4CB7-88B0-E4A6F5C82364}" destId="{737CF298-ED5B-4B2F-B9F3-2FC12AF5EABF}" srcOrd="0" destOrd="1" presId="urn:microsoft.com/office/officeart/2005/8/layout/hList1"/>
    <dgm:cxn modelId="{E40CDA23-066F-41ED-9315-1CF14B232566}" srcId="{C898EC64-200D-4BFD-894B-534A992D40C9}" destId="{7D60D998-C6C6-4A4A-ABD8-54C0210E7EC0}" srcOrd="0" destOrd="0" parTransId="{7FBBF496-30BC-46F6-976A-C663AC0A5CF8}" sibTransId="{280CDCE2-954F-4E29-9822-B6F57553B62C}"/>
    <dgm:cxn modelId="{C7EC602E-52D0-441C-B4AD-B8193F8AFB42}" srcId="{DF3DDCCE-4CF1-4594-A547-77470C082D22}" destId="{FF104341-3699-472C-9FE4-EFC8064295C6}" srcOrd="0" destOrd="0" parTransId="{9A21AAEF-2CC2-40D6-998D-51A5BD2A90A6}" sibTransId="{8BFA11AA-A39D-4329-8CCB-A239800E4060}"/>
    <dgm:cxn modelId="{816AE130-DEA9-4274-A5C6-49303BE571AB}" type="presOf" srcId="{68A2FC0C-4E7D-4BE6-909B-8C51C68FB19C}" destId="{EF384ED8-DCF4-42F2-8659-637A9CFEEDE3}" srcOrd="0" destOrd="1" presId="urn:microsoft.com/office/officeart/2005/8/layout/hList1"/>
    <dgm:cxn modelId="{96AA6D5F-F2F1-4D81-8538-FB2A603938E4}" srcId="{C898EC64-200D-4BFD-894B-534A992D40C9}" destId="{5996630E-8788-4CB7-88B0-E4A6F5C82364}" srcOrd="1" destOrd="0" parTransId="{17F11512-BA53-4641-BB67-809539826EAF}" sibTransId="{8AF4E581-7FB5-48C0-8184-EA0D503FE3C6}"/>
    <dgm:cxn modelId="{8AD82B63-1712-4318-BB36-CB1064D77924}" srcId="{D6CABBC9-2441-452D-A9B2-0FAF71D131ED}" destId="{C898EC64-200D-4BFD-894B-534A992D40C9}" srcOrd="0" destOrd="0" parTransId="{D9479D92-A04B-48EF-AD72-CF65EEE49C0B}" sibTransId="{371E9B2D-7EFE-4F50-A534-832A56B1C42F}"/>
    <dgm:cxn modelId="{FF8D946C-5D37-438F-852A-4BFDCF6B5EEC}" type="presOf" srcId="{DF3DDCCE-4CF1-4594-A547-77470C082D22}" destId="{B07E6900-FC94-4DA6-8CA9-1F5E64BD96D1}" srcOrd="0" destOrd="0" presId="urn:microsoft.com/office/officeart/2005/8/layout/hList1"/>
    <dgm:cxn modelId="{98DCAF50-E60B-4069-8106-4BACD2E9DF67}" type="presOf" srcId="{D6CABBC9-2441-452D-A9B2-0FAF71D131ED}" destId="{A2C1DA9D-0D8F-42AA-9796-4BF8169E9BFE}" srcOrd="0" destOrd="0" presId="urn:microsoft.com/office/officeart/2005/8/layout/hList1"/>
    <dgm:cxn modelId="{B8857182-5C79-4E5D-8423-09277CA7439E}" type="presOf" srcId="{FF104341-3699-472C-9FE4-EFC8064295C6}" destId="{EF384ED8-DCF4-42F2-8659-637A9CFEEDE3}" srcOrd="0" destOrd="0" presId="urn:microsoft.com/office/officeart/2005/8/layout/hList1"/>
    <dgm:cxn modelId="{EA327785-B590-4576-B0DA-B7546DFA1234}" type="presOf" srcId="{7D60D998-C6C6-4A4A-ABD8-54C0210E7EC0}" destId="{737CF298-ED5B-4B2F-B9F3-2FC12AF5EABF}" srcOrd="0" destOrd="0" presId="urn:microsoft.com/office/officeart/2005/8/layout/hList1"/>
    <dgm:cxn modelId="{1F1E36A9-339A-4F17-BAB8-2F6C044F30A6}" srcId="{DF3DDCCE-4CF1-4594-A547-77470C082D22}" destId="{68A2FC0C-4E7D-4BE6-909B-8C51C68FB19C}" srcOrd="1" destOrd="0" parTransId="{D13E40B7-CDE6-4B91-BFA0-2B09179E5328}" sibTransId="{43EA23DD-E5F7-4FC8-8F81-AAA097A86FA4}"/>
    <dgm:cxn modelId="{936753B7-EC8F-47E0-9708-58A5D70862E4}" type="presOf" srcId="{C898EC64-200D-4BFD-894B-534A992D40C9}" destId="{035C7BF6-F552-4797-9E27-417AC781FA96}" srcOrd="0" destOrd="0" presId="urn:microsoft.com/office/officeart/2005/8/layout/hList1"/>
    <dgm:cxn modelId="{68BBF8CD-1569-4B85-8DCA-90020EB5D0AC}" srcId="{D6CABBC9-2441-452D-A9B2-0FAF71D131ED}" destId="{DF3DDCCE-4CF1-4594-A547-77470C082D22}" srcOrd="1" destOrd="0" parTransId="{752AAD80-9F74-46AA-BDE2-07A37CDC9B59}" sibTransId="{72C8CFE4-B0F0-4C8A-AFA7-5166697B1EA7}"/>
    <dgm:cxn modelId="{82F36478-3572-47D3-A582-909B5FACC1B5}" type="presParOf" srcId="{A2C1DA9D-0D8F-42AA-9796-4BF8169E9BFE}" destId="{3868291F-16CE-4909-9D64-D8A493CE413D}" srcOrd="0" destOrd="0" presId="urn:microsoft.com/office/officeart/2005/8/layout/hList1"/>
    <dgm:cxn modelId="{8CE72D89-A46D-4078-B488-47121D5063D4}" type="presParOf" srcId="{3868291F-16CE-4909-9D64-D8A493CE413D}" destId="{035C7BF6-F552-4797-9E27-417AC781FA96}" srcOrd="0" destOrd="0" presId="urn:microsoft.com/office/officeart/2005/8/layout/hList1"/>
    <dgm:cxn modelId="{3563FB11-DA1A-4D84-88C0-BB38E0E7FBA3}" type="presParOf" srcId="{3868291F-16CE-4909-9D64-D8A493CE413D}" destId="{737CF298-ED5B-4B2F-B9F3-2FC12AF5EABF}" srcOrd="1" destOrd="0" presId="urn:microsoft.com/office/officeart/2005/8/layout/hList1"/>
    <dgm:cxn modelId="{49E9130B-CB96-417F-BDDD-059F47BCC862}" type="presParOf" srcId="{A2C1DA9D-0D8F-42AA-9796-4BF8169E9BFE}" destId="{A65F74D0-377E-49CB-B133-5BC8C78A4F52}" srcOrd="1" destOrd="0" presId="urn:microsoft.com/office/officeart/2005/8/layout/hList1"/>
    <dgm:cxn modelId="{E021F1FE-F631-450E-93B9-61319A9DB451}" type="presParOf" srcId="{A2C1DA9D-0D8F-42AA-9796-4BF8169E9BFE}" destId="{24C07416-CA2B-4033-A57F-707A4EB47687}" srcOrd="2" destOrd="0" presId="urn:microsoft.com/office/officeart/2005/8/layout/hList1"/>
    <dgm:cxn modelId="{FBE13BC5-4AA4-4141-8B8A-5B7072A1C9A3}" type="presParOf" srcId="{24C07416-CA2B-4033-A57F-707A4EB47687}" destId="{B07E6900-FC94-4DA6-8CA9-1F5E64BD96D1}" srcOrd="0" destOrd="0" presId="urn:microsoft.com/office/officeart/2005/8/layout/hList1"/>
    <dgm:cxn modelId="{C128324D-0B5A-4E37-AD85-43FC5DD57C40}" type="presParOf" srcId="{24C07416-CA2B-4033-A57F-707A4EB47687}" destId="{EF384ED8-DCF4-42F2-8659-637A9CFEED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6CABBC9-2441-452D-A9B2-0FAF71D131E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C898EC64-200D-4BFD-894B-534A992D40C9}">
      <dgm:prSet/>
      <dgm:spPr/>
      <dgm:t>
        <a:bodyPr/>
        <a:lstStyle/>
        <a:p>
          <a:pPr rtl="0"/>
          <a:r>
            <a:rPr lang="en-US" noProof="0" dirty="0"/>
            <a:t>Continuous Models</a:t>
          </a:r>
        </a:p>
      </dgm:t>
    </dgm:pt>
    <dgm:pt modelId="{D9479D92-A04B-48EF-AD72-CF65EEE49C0B}" type="parTrans" cxnId="{8AD82B63-1712-4318-BB36-CB1064D77924}">
      <dgm:prSet/>
      <dgm:spPr/>
      <dgm:t>
        <a:bodyPr/>
        <a:lstStyle/>
        <a:p>
          <a:endParaRPr lang="en-US"/>
        </a:p>
      </dgm:t>
    </dgm:pt>
    <dgm:pt modelId="{371E9B2D-7EFE-4F50-A534-832A56B1C42F}" type="sibTrans" cxnId="{8AD82B63-1712-4318-BB36-CB1064D77924}">
      <dgm:prSet/>
      <dgm:spPr/>
      <dgm:t>
        <a:bodyPr/>
        <a:lstStyle/>
        <a:p>
          <a:endParaRPr lang="en-US"/>
        </a:p>
      </dgm:t>
    </dgm:pt>
    <dgm:pt modelId="{DF3DDCCE-4CF1-4594-A547-77470C082D22}">
      <dgm:prSet/>
      <dgm:spPr/>
      <dgm:t>
        <a:bodyPr/>
        <a:lstStyle/>
        <a:p>
          <a:pPr rtl="0"/>
          <a:r>
            <a:rPr lang="en-US" noProof="0" dirty="0"/>
            <a:t>Discrete Models</a:t>
          </a:r>
        </a:p>
      </dgm:t>
    </dgm:pt>
    <dgm:pt modelId="{752AAD80-9F74-46AA-BDE2-07A37CDC9B59}" type="parTrans" cxnId="{68BBF8CD-1569-4B85-8DCA-90020EB5D0AC}">
      <dgm:prSet/>
      <dgm:spPr/>
      <dgm:t>
        <a:bodyPr/>
        <a:lstStyle/>
        <a:p>
          <a:endParaRPr lang="en-US"/>
        </a:p>
      </dgm:t>
    </dgm:pt>
    <dgm:pt modelId="{72C8CFE4-B0F0-4C8A-AFA7-5166697B1EA7}" type="sibTrans" cxnId="{68BBF8CD-1569-4B85-8DCA-90020EB5D0AC}">
      <dgm:prSet/>
      <dgm:spPr/>
      <dgm:t>
        <a:bodyPr/>
        <a:lstStyle/>
        <a:p>
          <a:endParaRPr lang="en-US"/>
        </a:p>
      </dgm:t>
    </dgm:pt>
    <dgm:pt modelId="{7D60D998-C6C6-4A4A-ABD8-54C0210E7EC0}">
      <dgm:prSet/>
      <dgm:spPr/>
      <dgm:t>
        <a:bodyPr/>
        <a:lstStyle/>
        <a:p>
          <a:pPr rtl="0"/>
          <a:r>
            <a:rPr lang="en-US" noProof="0"/>
            <a:t>The state of the system changes continuously  </a:t>
          </a:r>
          <a:endParaRPr lang="en-US" noProof="0" dirty="0"/>
        </a:p>
      </dgm:t>
    </dgm:pt>
    <dgm:pt modelId="{7FBBF496-30BC-46F6-976A-C663AC0A5CF8}" type="parTrans" cxnId="{E40CDA23-066F-41ED-9315-1CF14B232566}">
      <dgm:prSet/>
      <dgm:spPr/>
      <dgm:t>
        <a:bodyPr/>
        <a:lstStyle/>
        <a:p>
          <a:endParaRPr lang="en-US"/>
        </a:p>
      </dgm:t>
    </dgm:pt>
    <dgm:pt modelId="{280CDCE2-954F-4E29-9822-B6F57553B62C}" type="sibTrans" cxnId="{E40CDA23-066F-41ED-9315-1CF14B232566}">
      <dgm:prSet/>
      <dgm:spPr/>
      <dgm:t>
        <a:bodyPr/>
        <a:lstStyle/>
        <a:p>
          <a:endParaRPr lang="en-US"/>
        </a:p>
      </dgm:t>
    </dgm:pt>
    <dgm:pt modelId="{FF104341-3699-472C-9FE4-EFC8064295C6}">
      <dgm:prSet/>
      <dgm:spPr/>
      <dgm:t>
        <a:bodyPr/>
        <a:lstStyle/>
        <a:p>
          <a:pPr rtl="0"/>
          <a:r>
            <a:rPr lang="en-US" noProof="0" dirty="0"/>
            <a:t>The state of the system changes only at discrete points in time.</a:t>
          </a:r>
        </a:p>
      </dgm:t>
    </dgm:pt>
    <dgm:pt modelId="{9A21AAEF-2CC2-40D6-998D-51A5BD2A90A6}" type="parTrans" cxnId="{C7EC602E-52D0-441C-B4AD-B8193F8AFB42}">
      <dgm:prSet/>
      <dgm:spPr/>
      <dgm:t>
        <a:bodyPr/>
        <a:lstStyle/>
        <a:p>
          <a:endParaRPr lang="en-US"/>
        </a:p>
      </dgm:t>
    </dgm:pt>
    <dgm:pt modelId="{8BFA11AA-A39D-4329-8CCB-A239800E4060}" type="sibTrans" cxnId="{C7EC602E-52D0-441C-B4AD-B8193F8AFB42}">
      <dgm:prSet/>
      <dgm:spPr/>
      <dgm:t>
        <a:bodyPr/>
        <a:lstStyle/>
        <a:p>
          <a:endParaRPr lang="en-US"/>
        </a:p>
      </dgm:t>
    </dgm:pt>
    <dgm:pt modelId="{7A3FDD8E-EC37-473B-9B99-B0DDF96BD25B}">
      <dgm:prSet/>
      <dgm:spPr/>
      <dgm:t>
        <a:bodyPr/>
        <a:lstStyle/>
        <a:p>
          <a:r>
            <a:rPr lang="en-US" noProof="0" dirty="0"/>
            <a:t>(e.g., chemical processes)</a:t>
          </a:r>
        </a:p>
      </dgm:t>
    </dgm:pt>
    <dgm:pt modelId="{E4B38976-E7ED-4F44-9B4B-2ACB2E703F80}" type="parTrans" cxnId="{9AF73CD8-9476-4FEE-A71F-1DE9A2B0F6CF}">
      <dgm:prSet/>
      <dgm:spPr/>
      <dgm:t>
        <a:bodyPr/>
        <a:lstStyle/>
        <a:p>
          <a:endParaRPr lang="en-US"/>
        </a:p>
      </dgm:t>
    </dgm:pt>
    <dgm:pt modelId="{C07E8DCE-30BB-4981-AB74-FDF42F6D2E4F}" type="sibTrans" cxnId="{9AF73CD8-9476-4FEE-A71F-1DE9A2B0F6CF}">
      <dgm:prSet/>
      <dgm:spPr/>
      <dgm:t>
        <a:bodyPr/>
        <a:lstStyle/>
        <a:p>
          <a:endParaRPr lang="en-US"/>
        </a:p>
      </dgm:t>
    </dgm:pt>
    <dgm:pt modelId="{A2C1DA9D-0D8F-42AA-9796-4BF8169E9BFE}" type="pres">
      <dgm:prSet presAssocID="{D6CABBC9-2441-452D-A9B2-0FAF71D131ED}" presName="Name0" presStyleCnt="0">
        <dgm:presLayoutVars>
          <dgm:dir/>
          <dgm:animLvl val="lvl"/>
          <dgm:resizeHandles val="exact"/>
        </dgm:presLayoutVars>
      </dgm:prSet>
      <dgm:spPr/>
    </dgm:pt>
    <dgm:pt modelId="{3868291F-16CE-4909-9D64-D8A493CE413D}" type="pres">
      <dgm:prSet presAssocID="{C898EC64-200D-4BFD-894B-534A992D40C9}" presName="composite" presStyleCnt="0"/>
      <dgm:spPr/>
    </dgm:pt>
    <dgm:pt modelId="{035C7BF6-F552-4797-9E27-417AC781FA96}" type="pres">
      <dgm:prSet presAssocID="{C898EC64-200D-4BFD-894B-534A992D40C9}" presName="parTx" presStyleLbl="alignNode1" presStyleIdx="0" presStyleCnt="2">
        <dgm:presLayoutVars>
          <dgm:chMax val="0"/>
          <dgm:chPref val="0"/>
          <dgm:bulletEnabled val="1"/>
        </dgm:presLayoutVars>
      </dgm:prSet>
      <dgm:spPr/>
    </dgm:pt>
    <dgm:pt modelId="{737CF298-ED5B-4B2F-B9F3-2FC12AF5EABF}" type="pres">
      <dgm:prSet presAssocID="{C898EC64-200D-4BFD-894B-534A992D40C9}" presName="desTx" presStyleLbl="alignAccFollowNode1" presStyleIdx="0" presStyleCnt="2">
        <dgm:presLayoutVars>
          <dgm:bulletEnabled val="1"/>
        </dgm:presLayoutVars>
      </dgm:prSet>
      <dgm:spPr/>
    </dgm:pt>
    <dgm:pt modelId="{A65F74D0-377E-49CB-B133-5BC8C78A4F52}" type="pres">
      <dgm:prSet presAssocID="{371E9B2D-7EFE-4F50-A534-832A56B1C42F}" presName="space" presStyleCnt="0"/>
      <dgm:spPr/>
    </dgm:pt>
    <dgm:pt modelId="{24C07416-CA2B-4033-A57F-707A4EB47687}" type="pres">
      <dgm:prSet presAssocID="{DF3DDCCE-4CF1-4594-A547-77470C082D22}" presName="composite" presStyleCnt="0"/>
      <dgm:spPr/>
    </dgm:pt>
    <dgm:pt modelId="{B07E6900-FC94-4DA6-8CA9-1F5E64BD96D1}" type="pres">
      <dgm:prSet presAssocID="{DF3DDCCE-4CF1-4594-A547-77470C082D22}" presName="parTx" presStyleLbl="alignNode1" presStyleIdx="1" presStyleCnt="2">
        <dgm:presLayoutVars>
          <dgm:chMax val="0"/>
          <dgm:chPref val="0"/>
          <dgm:bulletEnabled val="1"/>
        </dgm:presLayoutVars>
      </dgm:prSet>
      <dgm:spPr/>
    </dgm:pt>
    <dgm:pt modelId="{EF384ED8-DCF4-42F2-8659-637A9CFEEDE3}" type="pres">
      <dgm:prSet presAssocID="{DF3DDCCE-4CF1-4594-A547-77470C082D22}" presName="desTx" presStyleLbl="alignAccFollowNode1" presStyleIdx="1" presStyleCnt="2">
        <dgm:presLayoutVars>
          <dgm:bulletEnabled val="1"/>
        </dgm:presLayoutVars>
      </dgm:prSet>
      <dgm:spPr/>
    </dgm:pt>
  </dgm:ptLst>
  <dgm:cxnLst>
    <dgm:cxn modelId="{B8A99F15-7E86-4DF1-9CCB-1297C177701E}" type="presOf" srcId="{DF3DDCCE-4CF1-4594-A547-77470C082D22}" destId="{B07E6900-FC94-4DA6-8CA9-1F5E64BD96D1}" srcOrd="0" destOrd="0" presId="urn:microsoft.com/office/officeart/2005/8/layout/hList1"/>
    <dgm:cxn modelId="{E40CDA23-066F-41ED-9315-1CF14B232566}" srcId="{C898EC64-200D-4BFD-894B-534A992D40C9}" destId="{7D60D998-C6C6-4A4A-ABD8-54C0210E7EC0}" srcOrd="0" destOrd="0" parTransId="{7FBBF496-30BC-46F6-976A-C663AC0A5CF8}" sibTransId="{280CDCE2-954F-4E29-9822-B6F57553B62C}"/>
    <dgm:cxn modelId="{C7EC602E-52D0-441C-B4AD-B8193F8AFB42}" srcId="{DF3DDCCE-4CF1-4594-A547-77470C082D22}" destId="{FF104341-3699-472C-9FE4-EFC8064295C6}" srcOrd="0" destOrd="0" parTransId="{9A21AAEF-2CC2-40D6-998D-51A5BD2A90A6}" sibTransId="{8BFA11AA-A39D-4329-8CCB-A239800E4060}"/>
    <dgm:cxn modelId="{8AD82B63-1712-4318-BB36-CB1064D77924}" srcId="{D6CABBC9-2441-452D-A9B2-0FAF71D131ED}" destId="{C898EC64-200D-4BFD-894B-534A992D40C9}" srcOrd="0" destOrd="0" parTransId="{D9479D92-A04B-48EF-AD72-CF65EEE49C0B}" sibTransId="{371E9B2D-7EFE-4F50-A534-832A56B1C42F}"/>
    <dgm:cxn modelId="{15C90C65-C002-403B-943D-3294A91D0D48}" type="presOf" srcId="{C898EC64-200D-4BFD-894B-534A992D40C9}" destId="{035C7BF6-F552-4797-9E27-417AC781FA96}" srcOrd="0" destOrd="0" presId="urn:microsoft.com/office/officeart/2005/8/layout/hList1"/>
    <dgm:cxn modelId="{9B68FD89-5961-4698-84C5-7CC529679DE9}" type="presOf" srcId="{7A3FDD8E-EC37-473B-9B99-B0DDF96BD25B}" destId="{737CF298-ED5B-4B2F-B9F3-2FC12AF5EABF}" srcOrd="0" destOrd="1" presId="urn:microsoft.com/office/officeart/2005/8/layout/hList1"/>
    <dgm:cxn modelId="{E95FD28E-45CD-49FE-B983-7676026F0FBE}" type="presOf" srcId="{D6CABBC9-2441-452D-A9B2-0FAF71D131ED}" destId="{A2C1DA9D-0D8F-42AA-9796-4BF8169E9BFE}" srcOrd="0" destOrd="0" presId="urn:microsoft.com/office/officeart/2005/8/layout/hList1"/>
    <dgm:cxn modelId="{DD36A5B1-35C2-4B8F-AA34-86FF26B06117}" type="presOf" srcId="{7D60D998-C6C6-4A4A-ABD8-54C0210E7EC0}" destId="{737CF298-ED5B-4B2F-B9F3-2FC12AF5EABF}" srcOrd="0" destOrd="0" presId="urn:microsoft.com/office/officeart/2005/8/layout/hList1"/>
    <dgm:cxn modelId="{68BBF8CD-1569-4B85-8DCA-90020EB5D0AC}" srcId="{D6CABBC9-2441-452D-A9B2-0FAF71D131ED}" destId="{DF3DDCCE-4CF1-4594-A547-77470C082D22}" srcOrd="1" destOrd="0" parTransId="{752AAD80-9F74-46AA-BDE2-07A37CDC9B59}" sibTransId="{72C8CFE4-B0F0-4C8A-AFA7-5166697B1EA7}"/>
    <dgm:cxn modelId="{9AF73CD8-9476-4FEE-A71F-1DE9A2B0F6CF}" srcId="{C898EC64-200D-4BFD-894B-534A992D40C9}" destId="{7A3FDD8E-EC37-473B-9B99-B0DDF96BD25B}" srcOrd="1" destOrd="0" parTransId="{E4B38976-E7ED-4F44-9B4B-2ACB2E703F80}" sibTransId="{C07E8DCE-30BB-4981-AB74-FDF42F6D2E4F}"/>
    <dgm:cxn modelId="{23823EED-7BF6-4356-810B-E4AC86519B29}" type="presOf" srcId="{FF104341-3699-472C-9FE4-EFC8064295C6}" destId="{EF384ED8-DCF4-42F2-8659-637A9CFEEDE3}" srcOrd="0" destOrd="0" presId="urn:microsoft.com/office/officeart/2005/8/layout/hList1"/>
    <dgm:cxn modelId="{050D500E-ED21-47AF-9040-AA131CCC5983}" type="presParOf" srcId="{A2C1DA9D-0D8F-42AA-9796-4BF8169E9BFE}" destId="{3868291F-16CE-4909-9D64-D8A493CE413D}" srcOrd="0" destOrd="0" presId="urn:microsoft.com/office/officeart/2005/8/layout/hList1"/>
    <dgm:cxn modelId="{B098AF57-1197-4FAE-AEB5-2CB73A591F59}" type="presParOf" srcId="{3868291F-16CE-4909-9D64-D8A493CE413D}" destId="{035C7BF6-F552-4797-9E27-417AC781FA96}" srcOrd="0" destOrd="0" presId="urn:microsoft.com/office/officeart/2005/8/layout/hList1"/>
    <dgm:cxn modelId="{C54AC82E-6290-47D5-BD41-3B8961F4A330}" type="presParOf" srcId="{3868291F-16CE-4909-9D64-D8A493CE413D}" destId="{737CF298-ED5B-4B2F-B9F3-2FC12AF5EABF}" srcOrd="1" destOrd="0" presId="urn:microsoft.com/office/officeart/2005/8/layout/hList1"/>
    <dgm:cxn modelId="{F04C49B3-82D1-48FF-B7F6-289F39E28A9D}" type="presParOf" srcId="{A2C1DA9D-0D8F-42AA-9796-4BF8169E9BFE}" destId="{A65F74D0-377E-49CB-B133-5BC8C78A4F52}" srcOrd="1" destOrd="0" presId="urn:microsoft.com/office/officeart/2005/8/layout/hList1"/>
    <dgm:cxn modelId="{2D008084-2ADC-47E6-816C-3B905FEC9C06}" type="presParOf" srcId="{A2C1DA9D-0D8F-42AA-9796-4BF8169E9BFE}" destId="{24C07416-CA2B-4033-A57F-707A4EB47687}" srcOrd="2" destOrd="0" presId="urn:microsoft.com/office/officeart/2005/8/layout/hList1"/>
    <dgm:cxn modelId="{2D08C34F-A53F-40BC-BC83-A30B08DE652A}" type="presParOf" srcId="{24C07416-CA2B-4033-A57F-707A4EB47687}" destId="{B07E6900-FC94-4DA6-8CA9-1F5E64BD96D1}" srcOrd="0" destOrd="0" presId="urn:microsoft.com/office/officeart/2005/8/layout/hList1"/>
    <dgm:cxn modelId="{E1CFFA7F-DBA4-4B42-8AF0-2EBED3C33827}" type="presParOf" srcId="{24C07416-CA2B-4033-A57F-707A4EB47687}" destId="{EF384ED8-DCF4-42F2-8659-637A9CFEED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7099699-60F0-4954-9F6F-DB3B8142449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44BFCC5-60AD-4E2E-90B7-EEEF6E861982}">
      <dgm:prSet/>
      <dgm:spPr/>
      <dgm:t>
        <a:bodyPr/>
        <a:lstStyle/>
        <a:p>
          <a:pPr rtl="0"/>
          <a:r>
            <a:rPr lang="en-US" b="1" dirty="0"/>
            <a:t>Determine Goals and Objectives</a:t>
          </a:r>
          <a:endParaRPr lang="en-US" dirty="0"/>
        </a:p>
      </dgm:t>
    </dgm:pt>
    <dgm:pt modelId="{154696FA-02FF-4CEB-B64D-CA2085673A85}" type="parTrans" cxnId="{7C61C673-9486-4C4F-BE20-71419FD59A1A}">
      <dgm:prSet/>
      <dgm:spPr/>
      <dgm:t>
        <a:bodyPr/>
        <a:lstStyle/>
        <a:p>
          <a:endParaRPr lang="en-US"/>
        </a:p>
      </dgm:t>
    </dgm:pt>
    <dgm:pt modelId="{37FBC993-1B26-4DD3-9AC5-1F1480770889}" type="sibTrans" cxnId="{7C61C673-9486-4C4F-BE20-71419FD59A1A}">
      <dgm:prSet/>
      <dgm:spPr/>
      <dgm:t>
        <a:bodyPr/>
        <a:lstStyle/>
        <a:p>
          <a:endParaRPr lang="en-US"/>
        </a:p>
      </dgm:t>
    </dgm:pt>
    <dgm:pt modelId="{E861FB1A-BB8C-4643-8D67-33D163B60C83}">
      <dgm:prSet/>
      <dgm:spPr/>
      <dgm:t>
        <a:bodyPr/>
        <a:lstStyle/>
        <a:p>
          <a:pPr rtl="0"/>
          <a:r>
            <a:rPr lang="en-US" dirty="0"/>
            <a:t>What do you  want to do with the model?</a:t>
          </a:r>
        </a:p>
      </dgm:t>
    </dgm:pt>
    <dgm:pt modelId="{D009A406-CF46-4DE6-AB94-AC72E46F3425}" type="parTrans" cxnId="{65B3F0B9-73BB-4182-869D-2623E38DF650}">
      <dgm:prSet/>
      <dgm:spPr/>
      <dgm:t>
        <a:bodyPr/>
        <a:lstStyle/>
        <a:p>
          <a:endParaRPr lang="en-US"/>
        </a:p>
      </dgm:t>
    </dgm:pt>
    <dgm:pt modelId="{4AC26B60-E971-49E9-BAC2-19FC4076E215}" type="sibTrans" cxnId="{65B3F0B9-73BB-4182-869D-2623E38DF650}">
      <dgm:prSet/>
      <dgm:spPr/>
      <dgm:t>
        <a:bodyPr/>
        <a:lstStyle/>
        <a:p>
          <a:endParaRPr lang="en-US"/>
        </a:p>
      </dgm:t>
    </dgm:pt>
    <dgm:pt modelId="{E4783ECE-69A4-4862-AF2C-85B1D94BD120}">
      <dgm:prSet/>
      <dgm:spPr/>
      <dgm:t>
        <a:bodyPr/>
        <a:lstStyle/>
        <a:p>
          <a:pPr rtl="0"/>
          <a:r>
            <a:rPr lang="en-US" dirty="0"/>
            <a:t>It may be an end in itself</a:t>
          </a:r>
        </a:p>
      </dgm:t>
    </dgm:pt>
    <dgm:pt modelId="{1AC4DD0A-10EB-4C6C-956D-53FAD2D4ABAF}" type="parTrans" cxnId="{0F9B5573-CA91-4EE7-A18B-279F71E6DDB9}">
      <dgm:prSet/>
      <dgm:spPr/>
      <dgm:t>
        <a:bodyPr/>
        <a:lstStyle/>
        <a:p>
          <a:endParaRPr lang="en-US"/>
        </a:p>
      </dgm:t>
    </dgm:pt>
    <dgm:pt modelId="{4108B7DC-6772-4200-80EC-E493A3A0D297}" type="sibTrans" cxnId="{0F9B5573-CA91-4EE7-A18B-279F71E6DDB9}">
      <dgm:prSet/>
      <dgm:spPr/>
      <dgm:t>
        <a:bodyPr/>
        <a:lstStyle/>
        <a:p>
          <a:endParaRPr lang="en-US"/>
        </a:p>
      </dgm:t>
    </dgm:pt>
    <dgm:pt modelId="{33B848DC-42C5-4878-8E74-41BB35371EA7}">
      <dgm:prSet/>
      <dgm:spPr/>
      <dgm:t>
        <a:bodyPr/>
        <a:lstStyle/>
        <a:p>
          <a:pPr rtl="0"/>
          <a:r>
            <a:rPr lang="en-US" dirty="0"/>
            <a:t>More often, it is a means to an end</a:t>
          </a:r>
        </a:p>
      </dgm:t>
    </dgm:pt>
    <dgm:pt modelId="{8ADC8A00-675B-4DD3-B2B9-6AD13202CC7B}" type="parTrans" cxnId="{4895D670-DAEE-44CF-B39A-B0236462C4C8}">
      <dgm:prSet/>
      <dgm:spPr/>
      <dgm:t>
        <a:bodyPr/>
        <a:lstStyle/>
        <a:p>
          <a:endParaRPr lang="en-US"/>
        </a:p>
      </dgm:t>
    </dgm:pt>
    <dgm:pt modelId="{73AA3A2E-B91C-4DF0-8838-F21A1F62862A}" type="sibTrans" cxnId="{4895D670-DAEE-44CF-B39A-B0236462C4C8}">
      <dgm:prSet/>
      <dgm:spPr/>
      <dgm:t>
        <a:bodyPr/>
        <a:lstStyle/>
        <a:p>
          <a:endParaRPr lang="en-US"/>
        </a:p>
      </dgm:t>
    </dgm:pt>
    <dgm:pt modelId="{2F6FE0FC-62E3-41BF-A53A-D8A2E28A5FAD}">
      <dgm:prSet/>
      <dgm:spPr/>
      <dgm:t>
        <a:bodyPr/>
        <a:lstStyle/>
        <a:p>
          <a:pPr rtl="0"/>
          <a:r>
            <a:rPr lang="en-US" dirty="0"/>
            <a:t>Goals may not be known when you start the project!</a:t>
          </a:r>
        </a:p>
      </dgm:t>
    </dgm:pt>
    <dgm:pt modelId="{35AAAA61-6ABB-40BC-B053-5AECBAC30B6B}" type="parTrans" cxnId="{0B21C8B2-A206-47D3-AAC3-10ABE1D5E4EC}">
      <dgm:prSet/>
      <dgm:spPr/>
      <dgm:t>
        <a:bodyPr/>
        <a:lstStyle/>
        <a:p>
          <a:endParaRPr lang="en-US"/>
        </a:p>
      </dgm:t>
    </dgm:pt>
    <dgm:pt modelId="{8942EF8C-00F6-4943-BDFB-3C6A0266EAC4}" type="sibTrans" cxnId="{0B21C8B2-A206-47D3-AAC3-10ABE1D5E4EC}">
      <dgm:prSet/>
      <dgm:spPr/>
      <dgm:t>
        <a:bodyPr/>
        <a:lstStyle/>
        <a:p>
          <a:endParaRPr lang="en-US"/>
        </a:p>
      </dgm:t>
    </dgm:pt>
    <dgm:pt modelId="{2D54D519-D09A-492F-8EF7-F3A629DD5EEB}">
      <dgm:prSet/>
      <dgm:spPr/>
      <dgm:t>
        <a:bodyPr/>
        <a:lstStyle/>
        <a:p>
          <a:pPr rtl="0"/>
          <a:r>
            <a:rPr lang="en-US" dirty="0"/>
            <a:t>One often learns things along the way</a:t>
          </a:r>
        </a:p>
      </dgm:t>
    </dgm:pt>
    <dgm:pt modelId="{DAD221A5-0D65-4C4E-95FB-22C5F3B1EA44}" type="parTrans" cxnId="{AB7086F6-1477-406A-827F-1C62B9BE261C}">
      <dgm:prSet/>
      <dgm:spPr/>
      <dgm:t>
        <a:bodyPr/>
        <a:lstStyle/>
        <a:p>
          <a:endParaRPr lang="en-US"/>
        </a:p>
      </dgm:t>
    </dgm:pt>
    <dgm:pt modelId="{1AD7B876-297F-4135-9B8F-71DB012D3161}" type="sibTrans" cxnId="{AB7086F6-1477-406A-827F-1C62B9BE261C}">
      <dgm:prSet/>
      <dgm:spPr/>
      <dgm:t>
        <a:bodyPr/>
        <a:lstStyle/>
        <a:p>
          <a:endParaRPr lang="en-US"/>
        </a:p>
      </dgm:t>
    </dgm:pt>
    <dgm:pt modelId="{B2C7E6DB-9C46-4C4F-BE5D-F540C6797EF1}">
      <dgm:prSet/>
      <dgm:spPr/>
      <dgm:t>
        <a:bodyPr/>
        <a:lstStyle/>
        <a:p>
          <a:pPr rtl="0"/>
          <a:r>
            <a:rPr lang="en-US" b="1" dirty="0"/>
            <a:t>Develop Conceptual Model</a:t>
          </a:r>
          <a:endParaRPr lang="en-US" dirty="0"/>
        </a:p>
      </dgm:t>
    </dgm:pt>
    <dgm:pt modelId="{88CC0F11-F6F3-4417-A6FC-7CFFC8B30FF8}" type="parTrans" cxnId="{F53489BF-73AD-47D0-95F4-DF70964EC7BB}">
      <dgm:prSet/>
      <dgm:spPr/>
      <dgm:t>
        <a:bodyPr/>
        <a:lstStyle/>
        <a:p>
          <a:endParaRPr lang="en-US"/>
        </a:p>
      </dgm:t>
    </dgm:pt>
    <dgm:pt modelId="{D681B2A4-5FCF-44AF-AD60-0BF86A1CAB52}" type="sibTrans" cxnId="{F53489BF-73AD-47D0-95F4-DF70964EC7BB}">
      <dgm:prSet/>
      <dgm:spPr/>
      <dgm:t>
        <a:bodyPr/>
        <a:lstStyle/>
        <a:p>
          <a:endParaRPr lang="en-US"/>
        </a:p>
      </dgm:t>
    </dgm:pt>
    <dgm:pt modelId="{E98C050A-E71B-4BB0-9AA5-E9A48315FC22}">
      <dgm:prSet/>
      <dgm:spPr/>
      <dgm:t>
        <a:bodyPr/>
        <a:lstStyle/>
        <a:p>
          <a:pPr rtl="0"/>
          <a:r>
            <a:rPr lang="en-US" dirty="0"/>
            <a:t>An abstract representation of the system</a:t>
          </a:r>
        </a:p>
      </dgm:t>
    </dgm:pt>
    <dgm:pt modelId="{1C28A6B8-D95A-4743-8223-7297A71B6A76}" type="parTrans" cxnId="{968D3950-4CB6-4937-815F-3FF665B3159F}">
      <dgm:prSet/>
      <dgm:spPr/>
      <dgm:t>
        <a:bodyPr/>
        <a:lstStyle/>
        <a:p>
          <a:endParaRPr lang="en-US"/>
        </a:p>
      </dgm:t>
    </dgm:pt>
    <dgm:pt modelId="{E32B9184-CDAE-4486-9491-8E3E5ADF44BF}" type="sibTrans" cxnId="{968D3950-4CB6-4937-815F-3FF665B3159F}">
      <dgm:prSet/>
      <dgm:spPr/>
      <dgm:t>
        <a:bodyPr/>
        <a:lstStyle/>
        <a:p>
          <a:endParaRPr lang="en-US"/>
        </a:p>
      </dgm:t>
    </dgm:pt>
    <dgm:pt modelId="{13D1103B-DF20-41A9-9E54-F6D8228195F1}">
      <dgm:prSet/>
      <dgm:spPr/>
      <dgm:t>
        <a:bodyPr/>
        <a:lstStyle/>
        <a:p>
          <a:pPr rtl="0"/>
          <a:r>
            <a:rPr lang="en-US" dirty="0"/>
            <a:t>What should be included in model?  What can be left out?</a:t>
          </a:r>
        </a:p>
      </dgm:t>
    </dgm:pt>
    <dgm:pt modelId="{5BF83A5A-D288-414A-915A-E8F39FC7CC8B}" type="parTrans" cxnId="{840C059F-1A03-4B7E-8EFF-9420D3AE123C}">
      <dgm:prSet/>
      <dgm:spPr/>
      <dgm:t>
        <a:bodyPr/>
        <a:lstStyle/>
        <a:p>
          <a:endParaRPr lang="en-US"/>
        </a:p>
      </dgm:t>
    </dgm:pt>
    <dgm:pt modelId="{4A881F16-F15F-440E-A726-C7C1D71571D5}" type="sibTrans" cxnId="{840C059F-1A03-4B7E-8EFF-9420D3AE123C}">
      <dgm:prSet/>
      <dgm:spPr/>
      <dgm:t>
        <a:bodyPr/>
        <a:lstStyle/>
        <a:p>
          <a:endParaRPr lang="en-US"/>
        </a:p>
      </dgm:t>
    </dgm:pt>
    <dgm:pt modelId="{D8EFACDE-08D7-4B3A-B082-4A2B0B61A7EA}">
      <dgm:prSet/>
      <dgm:spPr/>
      <dgm:t>
        <a:bodyPr/>
        <a:lstStyle/>
        <a:p>
          <a:pPr rtl="0"/>
          <a:r>
            <a:rPr lang="en-US" dirty="0"/>
            <a:t>What abstractions should be used? What is the level of details?</a:t>
          </a:r>
        </a:p>
      </dgm:t>
    </dgm:pt>
    <dgm:pt modelId="{E962F9AF-9669-4C5C-8951-A439861811F9}" type="parTrans" cxnId="{D106688F-02C6-4376-B4C9-B29B156A2629}">
      <dgm:prSet/>
      <dgm:spPr/>
      <dgm:t>
        <a:bodyPr/>
        <a:lstStyle/>
        <a:p>
          <a:endParaRPr lang="en-US"/>
        </a:p>
      </dgm:t>
    </dgm:pt>
    <dgm:pt modelId="{3C3C2C70-2E2F-4FAF-B239-B662DEA506E2}" type="sibTrans" cxnId="{D106688F-02C6-4376-B4C9-B29B156A2629}">
      <dgm:prSet/>
      <dgm:spPr/>
      <dgm:t>
        <a:bodyPr/>
        <a:lstStyle/>
        <a:p>
          <a:endParaRPr lang="en-US"/>
        </a:p>
      </dgm:t>
    </dgm:pt>
    <dgm:pt modelId="{147FDB2F-BD41-4D63-BCA3-84502ED86439}">
      <dgm:prSet/>
      <dgm:spPr/>
      <dgm:t>
        <a:bodyPr/>
        <a:lstStyle/>
        <a:p>
          <a:pPr rtl="0"/>
          <a:r>
            <a:rPr lang="en-US" dirty="0"/>
            <a:t>Appropriate choice depends on the purpose of the model</a:t>
          </a:r>
        </a:p>
      </dgm:t>
    </dgm:pt>
    <dgm:pt modelId="{AD4E9700-1EDE-47B0-80BD-7A020F4E9919}" type="parTrans" cxnId="{417D713B-17DC-4A0D-9741-C31F4513A612}">
      <dgm:prSet/>
      <dgm:spPr/>
      <dgm:t>
        <a:bodyPr/>
        <a:lstStyle/>
        <a:p>
          <a:endParaRPr lang="en-US"/>
        </a:p>
      </dgm:t>
    </dgm:pt>
    <dgm:pt modelId="{E4F74B5A-79E5-4DE7-A479-E6166D4DE416}" type="sibTrans" cxnId="{417D713B-17DC-4A0D-9741-C31F4513A612}">
      <dgm:prSet/>
      <dgm:spPr/>
      <dgm:t>
        <a:bodyPr/>
        <a:lstStyle/>
        <a:p>
          <a:endParaRPr lang="en-US"/>
        </a:p>
      </dgm:t>
    </dgm:pt>
    <dgm:pt modelId="{83413D2F-7AED-4492-9E7D-072618DC386D}">
      <dgm:prSet/>
      <dgm:spPr/>
      <dgm:t>
        <a:bodyPr/>
        <a:lstStyle/>
        <a:p>
          <a:pPr rtl="0"/>
          <a:endParaRPr lang="en-US" dirty="0"/>
        </a:p>
      </dgm:t>
    </dgm:pt>
    <dgm:pt modelId="{60B1FCA7-5B76-48F5-8776-3E665B3EF2C5}" type="parTrans" cxnId="{953512B0-499A-4FC4-BB49-8D08649E3D45}">
      <dgm:prSet/>
      <dgm:spPr/>
      <dgm:t>
        <a:bodyPr/>
        <a:lstStyle/>
        <a:p>
          <a:endParaRPr lang="en-US"/>
        </a:p>
      </dgm:t>
    </dgm:pt>
    <dgm:pt modelId="{8AAF39AC-20FC-49AA-9AA2-94BD9F3315EE}" type="sibTrans" cxnId="{953512B0-499A-4FC4-BB49-8D08649E3D45}">
      <dgm:prSet/>
      <dgm:spPr/>
      <dgm:t>
        <a:bodyPr/>
        <a:lstStyle/>
        <a:p>
          <a:endParaRPr lang="en-US"/>
        </a:p>
      </dgm:t>
    </dgm:pt>
    <dgm:pt modelId="{2E0B47C4-3A94-4F9B-849A-F358A16DAFE3}" type="pres">
      <dgm:prSet presAssocID="{27099699-60F0-4954-9F6F-DB3B81424494}" presName="linear" presStyleCnt="0">
        <dgm:presLayoutVars>
          <dgm:animLvl val="lvl"/>
          <dgm:resizeHandles val="exact"/>
        </dgm:presLayoutVars>
      </dgm:prSet>
      <dgm:spPr/>
    </dgm:pt>
    <dgm:pt modelId="{837E34F8-31B3-4452-AE50-72E5D9DAA3A5}" type="pres">
      <dgm:prSet presAssocID="{444BFCC5-60AD-4E2E-90B7-EEEF6E861982}" presName="parentText" presStyleLbl="node1" presStyleIdx="0" presStyleCnt="2">
        <dgm:presLayoutVars>
          <dgm:chMax val="0"/>
          <dgm:bulletEnabled val="1"/>
        </dgm:presLayoutVars>
      </dgm:prSet>
      <dgm:spPr/>
    </dgm:pt>
    <dgm:pt modelId="{09571DD1-6446-47E3-8382-9A0BF114263F}" type="pres">
      <dgm:prSet presAssocID="{444BFCC5-60AD-4E2E-90B7-EEEF6E861982}" presName="childText" presStyleLbl="revTx" presStyleIdx="0" presStyleCnt="2">
        <dgm:presLayoutVars>
          <dgm:bulletEnabled val="1"/>
        </dgm:presLayoutVars>
      </dgm:prSet>
      <dgm:spPr/>
    </dgm:pt>
    <dgm:pt modelId="{0D4541DE-0869-47C1-8581-56485B355362}" type="pres">
      <dgm:prSet presAssocID="{B2C7E6DB-9C46-4C4F-BE5D-F540C6797EF1}" presName="parentText" presStyleLbl="node1" presStyleIdx="1" presStyleCnt="2">
        <dgm:presLayoutVars>
          <dgm:chMax val="0"/>
          <dgm:bulletEnabled val="1"/>
        </dgm:presLayoutVars>
      </dgm:prSet>
      <dgm:spPr/>
    </dgm:pt>
    <dgm:pt modelId="{83153F78-C9B5-4AF6-955C-7157C161547E}" type="pres">
      <dgm:prSet presAssocID="{B2C7E6DB-9C46-4C4F-BE5D-F540C6797EF1}" presName="childText" presStyleLbl="revTx" presStyleIdx="1" presStyleCnt="2">
        <dgm:presLayoutVars>
          <dgm:bulletEnabled val="1"/>
        </dgm:presLayoutVars>
      </dgm:prSet>
      <dgm:spPr/>
    </dgm:pt>
  </dgm:ptLst>
  <dgm:cxnLst>
    <dgm:cxn modelId="{25D67203-6A6A-4110-9780-4899B9D67EE6}" type="presOf" srcId="{E4783ECE-69A4-4862-AF2C-85B1D94BD120}" destId="{09571DD1-6446-47E3-8382-9A0BF114263F}" srcOrd="0" destOrd="1" presId="urn:microsoft.com/office/officeart/2005/8/layout/vList2"/>
    <dgm:cxn modelId="{0D153F15-E7AD-4632-A460-E8DD0CFF10C4}" type="presOf" srcId="{33B848DC-42C5-4878-8E74-41BB35371EA7}" destId="{09571DD1-6446-47E3-8382-9A0BF114263F}" srcOrd="0" destOrd="2" presId="urn:microsoft.com/office/officeart/2005/8/layout/vList2"/>
    <dgm:cxn modelId="{31DD6E1F-B9DB-4F93-8934-CF1D2809D60F}" type="presOf" srcId="{13D1103B-DF20-41A9-9E54-F6D8228195F1}" destId="{83153F78-C9B5-4AF6-955C-7157C161547E}" srcOrd="0" destOrd="1" presId="urn:microsoft.com/office/officeart/2005/8/layout/vList2"/>
    <dgm:cxn modelId="{CD688821-EA90-4C6C-88B7-BFF6C2C63CAA}" type="presOf" srcId="{E861FB1A-BB8C-4643-8D67-33D163B60C83}" destId="{09571DD1-6446-47E3-8382-9A0BF114263F}" srcOrd="0" destOrd="0" presId="urn:microsoft.com/office/officeart/2005/8/layout/vList2"/>
    <dgm:cxn modelId="{2207BA36-D18E-4B00-8690-1C55DB17B09A}" type="presOf" srcId="{83413D2F-7AED-4492-9E7D-072618DC386D}" destId="{83153F78-C9B5-4AF6-955C-7157C161547E}" srcOrd="0" destOrd="4" presId="urn:microsoft.com/office/officeart/2005/8/layout/vList2"/>
    <dgm:cxn modelId="{417D713B-17DC-4A0D-9741-C31F4513A612}" srcId="{B2C7E6DB-9C46-4C4F-BE5D-F540C6797EF1}" destId="{147FDB2F-BD41-4D63-BCA3-84502ED86439}" srcOrd="1" destOrd="0" parTransId="{AD4E9700-1EDE-47B0-80BD-7A020F4E9919}" sibTransId="{E4F74B5A-79E5-4DE7-A479-E6166D4DE416}"/>
    <dgm:cxn modelId="{968D3950-4CB6-4937-815F-3FF665B3159F}" srcId="{B2C7E6DB-9C46-4C4F-BE5D-F540C6797EF1}" destId="{E98C050A-E71B-4BB0-9AA5-E9A48315FC22}" srcOrd="0" destOrd="0" parTransId="{1C28A6B8-D95A-4743-8223-7297A71B6A76}" sibTransId="{E32B9184-CDAE-4486-9491-8E3E5ADF44BF}"/>
    <dgm:cxn modelId="{4895D670-DAEE-44CF-B39A-B0236462C4C8}" srcId="{E861FB1A-BB8C-4643-8D67-33D163B60C83}" destId="{33B848DC-42C5-4878-8E74-41BB35371EA7}" srcOrd="1" destOrd="0" parTransId="{8ADC8A00-675B-4DD3-B2B9-6AD13202CC7B}" sibTransId="{73AA3A2E-B91C-4DF0-8838-F21A1F62862A}"/>
    <dgm:cxn modelId="{C558DF51-53D9-49D9-94B6-A42C16546E6F}" type="presOf" srcId="{D8EFACDE-08D7-4B3A-B082-4A2B0B61A7EA}" destId="{83153F78-C9B5-4AF6-955C-7157C161547E}" srcOrd="0" destOrd="2" presId="urn:microsoft.com/office/officeart/2005/8/layout/vList2"/>
    <dgm:cxn modelId="{0F9B5573-CA91-4EE7-A18B-279F71E6DDB9}" srcId="{E861FB1A-BB8C-4643-8D67-33D163B60C83}" destId="{E4783ECE-69A4-4862-AF2C-85B1D94BD120}" srcOrd="0" destOrd="0" parTransId="{1AC4DD0A-10EB-4C6C-956D-53FAD2D4ABAF}" sibTransId="{4108B7DC-6772-4200-80EC-E493A3A0D297}"/>
    <dgm:cxn modelId="{7C61C673-9486-4C4F-BE20-71419FD59A1A}" srcId="{27099699-60F0-4954-9F6F-DB3B81424494}" destId="{444BFCC5-60AD-4E2E-90B7-EEEF6E861982}" srcOrd="0" destOrd="0" parTransId="{154696FA-02FF-4CEB-B64D-CA2085673A85}" sibTransId="{37FBC993-1B26-4DD3-9AC5-1F1480770889}"/>
    <dgm:cxn modelId="{D106688F-02C6-4376-B4C9-B29B156A2629}" srcId="{E98C050A-E71B-4BB0-9AA5-E9A48315FC22}" destId="{D8EFACDE-08D7-4B3A-B082-4A2B0B61A7EA}" srcOrd="1" destOrd="0" parTransId="{E962F9AF-9669-4C5C-8951-A439861811F9}" sibTransId="{3C3C2C70-2E2F-4FAF-B239-B662DEA506E2}"/>
    <dgm:cxn modelId="{8AB52697-775F-49A6-8E78-58C281935BB9}" type="presOf" srcId="{27099699-60F0-4954-9F6F-DB3B81424494}" destId="{2E0B47C4-3A94-4F9B-849A-F358A16DAFE3}" srcOrd="0" destOrd="0" presId="urn:microsoft.com/office/officeart/2005/8/layout/vList2"/>
    <dgm:cxn modelId="{840C059F-1A03-4B7E-8EFF-9420D3AE123C}" srcId="{E98C050A-E71B-4BB0-9AA5-E9A48315FC22}" destId="{13D1103B-DF20-41A9-9E54-F6D8228195F1}" srcOrd="0" destOrd="0" parTransId="{5BF83A5A-D288-414A-915A-E8F39FC7CC8B}" sibTransId="{4A881F16-F15F-440E-A726-C7C1D71571D5}"/>
    <dgm:cxn modelId="{953512B0-499A-4FC4-BB49-8D08649E3D45}" srcId="{B2C7E6DB-9C46-4C4F-BE5D-F540C6797EF1}" destId="{83413D2F-7AED-4492-9E7D-072618DC386D}" srcOrd="2" destOrd="0" parTransId="{60B1FCA7-5B76-48F5-8776-3E665B3EF2C5}" sibTransId="{8AAF39AC-20FC-49AA-9AA2-94BD9F3315EE}"/>
    <dgm:cxn modelId="{9029E8B1-EBA9-4FA3-BA65-0FF10732B440}" type="presOf" srcId="{E98C050A-E71B-4BB0-9AA5-E9A48315FC22}" destId="{83153F78-C9B5-4AF6-955C-7157C161547E}" srcOrd="0" destOrd="0" presId="urn:microsoft.com/office/officeart/2005/8/layout/vList2"/>
    <dgm:cxn modelId="{0B21C8B2-A206-47D3-AAC3-10ABE1D5E4EC}" srcId="{444BFCC5-60AD-4E2E-90B7-EEEF6E861982}" destId="{2F6FE0FC-62E3-41BF-A53A-D8A2E28A5FAD}" srcOrd="1" destOrd="0" parTransId="{35AAAA61-6ABB-40BC-B053-5AECBAC30B6B}" sibTransId="{8942EF8C-00F6-4943-BDFB-3C6A0266EAC4}"/>
    <dgm:cxn modelId="{65B3F0B9-73BB-4182-869D-2623E38DF650}" srcId="{444BFCC5-60AD-4E2E-90B7-EEEF6E861982}" destId="{E861FB1A-BB8C-4643-8D67-33D163B60C83}" srcOrd="0" destOrd="0" parTransId="{D009A406-CF46-4DE6-AB94-AC72E46F3425}" sibTransId="{4AC26B60-E971-49E9-BAC2-19FC4076E215}"/>
    <dgm:cxn modelId="{F53489BF-73AD-47D0-95F4-DF70964EC7BB}" srcId="{27099699-60F0-4954-9F6F-DB3B81424494}" destId="{B2C7E6DB-9C46-4C4F-BE5D-F540C6797EF1}" srcOrd="1" destOrd="0" parTransId="{88CC0F11-F6F3-4417-A6FC-7CFFC8B30FF8}" sibTransId="{D681B2A4-5FCF-44AF-AD60-0BF86A1CAB52}"/>
    <dgm:cxn modelId="{8A2209C7-91B3-40B2-8C7F-49FDAFEF5538}" type="presOf" srcId="{2D54D519-D09A-492F-8EF7-F3A629DD5EEB}" destId="{09571DD1-6446-47E3-8382-9A0BF114263F}" srcOrd="0" destOrd="4" presId="urn:microsoft.com/office/officeart/2005/8/layout/vList2"/>
    <dgm:cxn modelId="{DE65B2C8-F977-428F-BF1B-C7F21D2D077A}" type="presOf" srcId="{147FDB2F-BD41-4D63-BCA3-84502ED86439}" destId="{83153F78-C9B5-4AF6-955C-7157C161547E}" srcOrd="0" destOrd="3" presId="urn:microsoft.com/office/officeart/2005/8/layout/vList2"/>
    <dgm:cxn modelId="{77C460CD-8929-48FD-8C03-98BFDCC3C868}" type="presOf" srcId="{2F6FE0FC-62E3-41BF-A53A-D8A2E28A5FAD}" destId="{09571DD1-6446-47E3-8382-9A0BF114263F}" srcOrd="0" destOrd="3" presId="urn:microsoft.com/office/officeart/2005/8/layout/vList2"/>
    <dgm:cxn modelId="{7A0543DD-E2BB-482E-A362-DD1898B7DF05}" type="presOf" srcId="{B2C7E6DB-9C46-4C4F-BE5D-F540C6797EF1}" destId="{0D4541DE-0869-47C1-8581-56485B355362}" srcOrd="0" destOrd="0" presId="urn:microsoft.com/office/officeart/2005/8/layout/vList2"/>
    <dgm:cxn modelId="{5923B2E0-EC40-478D-AFAC-59B2EA342CCA}" type="presOf" srcId="{444BFCC5-60AD-4E2E-90B7-EEEF6E861982}" destId="{837E34F8-31B3-4452-AE50-72E5D9DAA3A5}" srcOrd="0" destOrd="0" presId="urn:microsoft.com/office/officeart/2005/8/layout/vList2"/>
    <dgm:cxn modelId="{AB7086F6-1477-406A-827F-1C62B9BE261C}" srcId="{444BFCC5-60AD-4E2E-90B7-EEEF6E861982}" destId="{2D54D519-D09A-492F-8EF7-F3A629DD5EEB}" srcOrd="2" destOrd="0" parTransId="{DAD221A5-0D65-4C4E-95FB-22C5F3B1EA44}" sibTransId="{1AD7B876-297F-4135-9B8F-71DB012D3161}"/>
    <dgm:cxn modelId="{5FF45239-0C79-4E8A-A2CA-5D128F342D96}" type="presParOf" srcId="{2E0B47C4-3A94-4F9B-849A-F358A16DAFE3}" destId="{837E34F8-31B3-4452-AE50-72E5D9DAA3A5}" srcOrd="0" destOrd="0" presId="urn:microsoft.com/office/officeart/2005/8/layout/vList2"/>
    <dgm:cxn modelId="{21A0654D-C857-4F1E-B999-EAF08199E861}" type="presParOf" srcId="{2E0B47C4-3A94-4F9B-849A-F358A16DAFE3}" destId="{09571DD1-6446-47E3-8382-9A0BF114263F}" srcOrd="1" destOrd="0" presId="urn:microsoft.com/office/officeart/2005/8/layout/vList2"/>
    <dgm:cxn modelId="{BFDF6E87-77C6-4D56-8C6C-C1C24760556E}" type="presParOf" srcId="{2E0B47C4-3A94-4F9B-849A-F358A16DAFE3}" destId="{0D4541DE-0869-47C1-8581-56485B355362}" srcOrd="2" destOrd="0" presId="urn:microsoft.com/office/officeart/2005/8/layout/vList2"/>
    <dgm:cxn modelId="{1F517119-6432-4085-9AB0-1A231F02B4A2}" type="presParOf" srcId="{2E0B47C4-3A94-4F9B-849A-F358A16DAFE3}" destId="{83153F78-C9B5-4AF6-955C-7157C161547E}"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7302D23-1FDA-4047-A872-91E5B730D01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9476F13-6997-40BF-B3ED-893F734E904F}">
      <dgm:prSet/>
      <dgm:spPr/>
      <dgm:t>
        <a:bodyPr/>
        <a:lstStyle/>
        <a:p>
          <a:pPr rtl="0"/>
          <a:r>
            <a:rPr lang="en-US" b="1" dirty="0"/>
            <a:t>Develop Specification Model</a:t>
          </a:r>
          <a:endParaRPr lang="en-US" dirty="0"/>
        </a:p>
      </dgm:t>
    </dgm:pt>
    <dgm:pt modelId="{1D6E21AF-4D84-462F-984E-319CE6E120B0}" type="parTrans" cxnId="{BDA7D59C-B7E7-45A1-9415-7BD540739E20}">
      <dgm:prSet/>
      <dgm:spPr/>
      <dgm:t>
        <a:bodyPr/>
        <a:lstStyle/>
        <a:p>
          <a:endParaRPr lang="en-US"/>
        </a:p>
      </dgm:t>
    </dgm:pt>
    <dgm:pt modelId="{BD6CE3B4-526D-4FE2-B912-692E6719140F}" type="sibTrans" cxnId="{BDA7D59C-B7E7-45A1-9415-7BD540739E20}">
      <dgm:prSet/>
      <dgm:spPr/>
      <dgm:t>
        <a:bodyPr/>
        <a:lstStyle/>
        <a:p>
          <a:endParaRPr lang="en-US"/>
        </a:p>
      </dgm:t>
    </dgm:pt>
    <dgm:pt modelId="{F11964F0-32F0-4235-AED7-AC3AF6EC534D}">
      <dgm:prSet/>
      <dgm:spPr/>
      <dgm:t>
        <a:bodyPr/>
        <a:lstStyle/>
        <a:p>
          <a:pPr rtl="0"/>
          <a:r>
            <a:rPr lang="en-US" dirty="0"/>
            <a:t>A more detailed specification of the model including more specifics</a:t>
          </a:r>
        </a:p>
      </dgm:t>
    </dgm:pt>
    <dgm:pt modelId="{22F60AFD-F9AC-4356-AD6C-A010BC02B5EC}" type="parTrans" cxnId="{A2FE87EE-22F0-4619-BEA2-83EA5AF47B5B}">
      <dgm:prSet/>
      <dgm:spPr/>
      <dgm:t>
        <a:bodyPr/>
        <a:lstStyle/>
        <a:p>
          <a:endParaRPr lang="en-US"/>
        </a:p>
      </dgm:t>
    </dgm:pt>
    <dgm:pt modelId="{F427C724-FA71-411F-894C-852FF099D668}" type="sibTrans" cxnId="{A2FE87EE-22F0-4619-BEA2-83EA5AF47B5B}">
      <dgm:prSet/>
      <dgm:spPr/>
      <dgm:t>
        <a:bodyPr/>
        <a:lstStyle/>
        <a:p>
          <a:endParaRPr lang="en-US"/>
        </a:p>
      </dgm:t>
    </dgm:pt>
    <dgm:pt modelId="{103F4418-A0DC-4893-B394-DAC148243966}">
      <dgm:prSet/>
      <dgm:spPr/>
      <dgm:t>
        <a:bodyPr/>
        <a:lstStyle/>
        <a:p>
          <a:pPr rtl="0"/>
          <a:r>
            <a:rPr lang="en-US" dirty="0"/>
            <a:t>Collect data to populate model</a:t>
          </a:r>
        </a:p>
      </dgm:t>
    </dgm:pt>
    <dgm:pt modelId="{9D2C11F7-59A3-49BF-B79D-E895039D2578}" type="parTrans" cxnId="{0690DF81-F9D3-460E-99D4-7FC3A450EC46}">
      <dgm:prSet/>
      <dgm:spPr/>
      <dgm:t>
        <a:bodyPr/>
        <a:lstStyle/>
        <a:p>
          <a:endParaRPr lang="en-US"/>
        </a:p>
      </dgm:t>
    </dgm:pt>
    <dgm:pt modelId="{53C7FD86-BD75-43CD-9F5D-38304E88D2B5}" type="sibTrans" cxnId="{0690DF81-F9D3-460E-99D4-7FC3A450EC46}">
      <dgm:prSet/>
      <dgm:spPr/>
      <dgm:t>
        <a:bodyPr/>
        <a:lstStyle/>
        <a:p>
          <a:endParaRPr lang="en-US"/>
        </a:p>
      </dgm:t>
    </dgm:pt>
    <dgm:pt modelId="{57D284CC-3F75-4BDF-AFEB-4B5D20B76BA4}">
      <dgm:prSet/>
      <dgm:spPr/>
      <dgm:t>
        <a:bodyPr/>
        <a:lstStyle/>
        <a:p>
          <a:pPr rtl="0"/>
          <a:r>
            <a:rPr lang="en-US" dirty="0"/>
            <a:t>Example: </a:t>
          </a:r>
        </a:p>
      </dgm:t>
    </dgm:pt>
    <dgm:pt modelId="{CC2184C8-4084-40B8-A1E3-A0456839C4AC}" type="parTrans" cxnId="{EEA9EBDF-4930-48BE-A3FE-6BA8BAFB2775}">
      <dgm:prSet/>
      <dgm:spPr/>
      <dgm:t>
        <a:bodyPr/>
        <a:lstStyle/>
        <a:p>
          <a:endParaRPr lang="en-US"/>
        </a:p>
      </dgm:t>
    </dgm:pt>
    <dgm:pt modelId="{CD1500A8-33E0-4AEC-96DD-F8773BB06371}" type="sibTrans" cxnId="{EEA9EBDF-4930-48BE-A3FE-6BA8BAFB2775}">
      <dgm:prSet/>
      <dgm:spPr/>
      <dgm:t>
        <a:bodyPr/>
        <a:lstStyle/>
        <a:p>
          <a:endParaRPr lang="en-US"/>
        </a:p>
      </dgm:t>
    </dgm:pt>
    <dgm:pt modelId="{A198DC19-FD41-4D3E-8334-3355A34199D5}">
      <dgm:prSet/>
      <dgm:spPr/>
      <dgm:t>
        <a:bodyPr/>
        <a:lstStyle/>
        <a:p>
          <a:pPr rtl="0"/>
          <a:r>
            <a:rPr lang="en-US" dirty="0"/>
            <a:t>Traffic: Road geometry, signal timing, expected traffic demand, driver behavior</a:t>
          </a:r>
        </a:p>
      </dgm:t>
    </dgm:pt>
    <dgm:pt modelId="{EFD76566-F44F-4691-BE64-EF67E52CD5C1}" type="parTrans" cxnId="{065370F9-17C2-40BE-B85A-1583C5F1771D}">
      <dgm:prSet/>
      <dgm:spPr/>
      <dgm:t>
        <a:bodyPr/>
        <a:lstStyle/>
        <a:p>
          <a:endParaRPr lang="en-US"/>
        </a:p>
      </dgm:t>
    </dgm:pt>
    <dgm:pt modelId="{88E6DC32-BB81-419E-ADAA-33F9E751BAB0}" type="sibTrans" cxnId="{065370F9-17C2-40BE-B85A-1583C5F1771D}">
      <dgm:prSet/>
      <dgm:spPr/>
      <dgm:t>
        <a:bodyPr/>
        <a:lstStyle/>
        <a:p>
          <a:endParaRPr lang="en-US"/>
        </a:p>
      </dgm:t>
    </dgm:pt>
    <dgm:pt modelId="{A99A47DE-6098-4393-8AEB-1B37D9B51E75}">
      <dgm:prSet/>
      <dgm:spPr/>
      <dgm:t>
        <a:bodyPr/>
        <a:lstStyle/>
        <a:p>
          <a:pPr rtl="0"/>
          <a:r>
            <a:rPr lang="en-US" dirty="0"/>
            <a:t>Communication: network topology, message type, inter-arrival time, data rates</a:t>
          </a:r>
        </a:p>
      </dgm:t>
    </dgm:pt>
    <dgm:pt modelId="{ED6F4B2D-B164-4201-94CD-F38CE19EE519}" type="parTrans" cxnId="{48E8C3B0-1066-49C3-8F90-FAE5CE9BEA9F}">
      <dgm:prSet/>
      <dgm:spPr/>
      <dgm:t>
        <a:bodyPr/>
        <a:lstStyle/>
        <a:p>
          <a:endParaRPr lang="en-US"/>
        </a:p>
      </dgm:t>
    </dgm:pt>
    <dgm:pt modelId="{D9553C99-DC52-473D-A979-EFA5AF6FD85C}" type="sibTrans" cxnId="{48E8C3B0-1066-49C3-8F90-FAE5CE9BEA9F}">
      <dgm:prSet/>
      <dgm:spPr/>
      <dgm:t>
        <a:bodyPr/>
        <a:lstStyle/>
        <a:p>
          <a:endParaRPr lang="en-US"/>
        </a:p>
      </dgm:t>
    </dgm:pt>
    <dgm:pt modelId="{25C70146-B251-4ECD-B1C1-69B6407F4F3B}">
      <dgm:prSet/>
      <dgm:spPr/>
      <dgm:t>
        <a:bodyPr/>
        <a:lstStyle/>
        <a:p>
          <a:pPr rtl="0"/>
          <a:r>
            <a:rPr lang="en-US" dirty="0"/>
            <a:t>Empirical data or probability distributions often used</a:t>
          </a:r>
        </a:p>
      </dgm:t>
    </dgm:pt>
    <dgm:pt modelId="{7AE782FF-4353-465F-9756-F9062BFB916C}" type="parTrans" cxnId="{20485166-DB0D-4973-85DF-8EFCDBD2EC33}">
      <dgm:prSet/>
      <dgm:spPr/>
      <dgm:t>
        <a:bodyPr/>
        <a:lstStyle/>
        <a:p>
          <a:endParaRPr lang="en-US"/>
        </a:p>
      </dgm:t>
    </dgm:pt>
    <dgm:pt modelId="{A94328E5-99C5-4687-BFC7-8DA7EF1BF87E}" type="sibTrans" cxnId="{20485166-DB0D-4973-85DF-8EFCDBD2EC33}">
      <dgm:prSet/>
      <dgm:spPr/>
      <dgm:t>
        <a:bodyPr/>
        <a:lstStyle/>
        <a:p>
          <a:endParaRPr lang="en-US"/>
        </a:p>
      </dgm:t>
    </dgm:pt>
    <dgm:pt modelId="{22DA509A-26F8-4E9D-8E99-37F58331DEEF}">
      <dgm:prSet/>
      <dgm:spPr/>
      <dgm:t>
        <a:bodyPr/>
        <a:lstStyle/>
        <a:p>
          <a:pPr rtl="0"/>
          <a:r>
            <a:rPr lang="en-US" b="1" dirty="0"/>
            <a:t>Develop a Computational Model</a:t>
          </a:r>
          <a:endParaRPr lang="en-US" dirty="0"/>
        </a:p>
      </dgm:t>
    </dgm:pt>
    <dgm:pt modelId="{F2B227D7-8912-4ACB-8196-F185EAFDA4B1}" type="parTrans" cxnId="{EDEF3027-55CA-4C86-A745-3747932BF184}">
      <dgm:prSet/>
      <dgm:spPr/>
      <dgm:t>
        <a:bodyPr/>
        <a:lstStyle/>
        <a:p>
          <a:endParaRPr lang="en-US"/>
        </a:p>
      </dgm:t>
    </dgm:pt>
    <dgm:pt modelId="{D1741AB1-A7FD-4AD5-AB91-12C051C49E40}" type="sibTrans" cxnId="{EDEF3027-55CA-4C86-A745-3747932BF184}">
      <dgm:prSet/>
      <dgm:spPr/>
      <dgm:t>
        <a:bodyPr/>
        <a:lstStyle/>
        <a:p>
          <a:endParaRPr lang="en-US"/>
        </a:p>
      </dgm:t>
    </dgm:pt>
    <dgm:pt modelId="{72B07CB0-686B-499D-8FE0-A32017932768}">
      <dgm:prSet/>
      <dgm:spPr/>
      <dgm:t>
        <a:bodyPr/>
        <a:lstStyle/>
        <a:p>
          <a:pPr rtl="0"/>
          <a:r>
            <a:rPr lang="en-US" dirty="0"/>
            <a:t>Executable simulation model</a:t>
          </a:r>
        </a:p>
      </dgm:t>
    </dgm:pt>
    <dgm:pt modelId="{9A389117-94EB-429B-B1E3-690529163CD8}" type="parTrans" cxnId="{494E99A8-611F-4F3B-9F19-40A54497F8E0}">
      <dgm:prSet/>
      <dgm:spPr/>
      <dgm:t>
        <a:bodyPr/>
        <a:lstStyle/>
        <a:p>
          <a:endParaRPr lang="en-US"/>
        </a:p>
      </dgm:t>
    </dgm:pt>
    <dgm:pt modelId="{4864B446-9DD3-425B-B4C9-4F972074E41C}" type="sibTrans" cxnId="{494E99A8-611F-4F3B-9F19-40A54497F8E0}">
      <dgm:prSet/>
      <dgm:spPr/>
      <dgm:t>
        <a:bodyPr/>
        <a:lstStyle/>
        <a:p>
          <a:endParaRPr lang="en-US"/>
        </a:p>
      </dgm:t>
    </dgm:pt>
    <dgm:pt modelId="{86853E22-32C7-4FF8-8B1C-C010AACC860B}">
      <dgm:prSet/>
      <dgm:spPr/>
      <dgm:t>
        <a:bodyPr/>
        <a:lstStyle/>
        <a:p>
          <a:pPr rtl="0"/>
          <a:r>
            <a:rPr lang="en-US" dirty="0"/>
            <a:t>Software approach</a:t>
          </a:r>
        </a:p>
      </dgm:t>
    </dgm:pt>
    <dgm:pt modelId="{B217CD5D-40B7-433F-B70A-A010DC6C2A13}" type="parTrans" cxnId="{39F67511-17BD-417B-8A1F-50DE23FDFA0F}">
      <dgm:prSet/>
      <dgm:spPr/>
      <dgm:t>
        <a:bodyPr/>
        <a:lstStyle/>
        <a:p>
          <a:endParaRPr lang="en-US"/>
        </a:p>
      </dgm:t>
    </dgm:pt>
    <dgm:pt modelId="{92379F6F-86C8-423F-A600-414375530D70}" type="sibTrans" cxnId="{39F67511-17BD-417B-8A1F-50DE23FDFA0F}">
      <dgm:prSet/>
      <dgm:spPr/>
      <dgm:t>
        <a:bodyPr/>
        <a:lstStyle/>
        <a:p>
          <a:endParaRPr lang="en-US"/>
        </a:p>
      </dgm:t>
    </dgm:pt>
    <dgm:pt modelId="{206C4744-AFF5-407F-8EFC-AD8667497A81}">
      <dgm:prSet/>
      <dgm:spPr/>
      <dgm:t>
        <a:bodyPr/>
        <a:lstStyle/>
        <a:p>
          <a:pPr rtl="0"/>
          <a:r>
            <a:rPr lang="en-US" dirty="0"/>
            <a:t>General purpose programming language</a:t>
          </a:r>
        </a:p>
      </dgm:t>
    </dgm:pt>
    <dgm:pt modelId="{CE153725-AAF9-4F9F-A606-52C0F6B8E16F}" type="parTrans" cxnId="{FC1F2C3E-A96E-4E05-9C3D-C5CAB1A7C6A2}">
      <dgm:prSet/>
      <dgm:spPr/>
      <dgm:t>
        <a:bodyPr/>
        <a:lstStyle/>
        <a:p>
          <a:endParaRPr lang="en-US"/>
        </a:p>
      </dgm:t>
    </dgm:pt>
    <dgm:pt modelId="{197B7610-AD42-42DB-9A0D-927ED6A61EF0}" type="sibTrans" cxnId="{FC1F2C3E-A96E-4E05-9C3D-C5CAB1A7C6A2}">
      <dgm:prSet/>
      <dgm:spPr/>
      <dgm:t>
        <a:bodyPr/>
        <a:lstStyle/>
        <a:p>
          <a:endParaRPr lang="en-US"/>
        </a:p>
      </dgm:t>
    </dgm:pt>
    <dgm:pt modelId="{46F4BB48-8652-48EB-BB7E-5F00C51434D6}">
      <dgm:prSet/>
      <dgm:spPr/>
      <dgm:t>
        <a:bodyPr/>
        <a:lstStyle/>
        <a:p>
          <a:pPr rtl="0"/>
          <a:r>
            <a:rPr lang="en-US" dirty="0"/>
            <a:t>Special purpose simulation language</a:t>
          </a:r>
        </a:p>
      </dgm:t>
    </dgm:pt>
    <dgm:pt modelId="{ABEA142E-CFF8-47C3-B1E9-859683480FD1}" type="parTrans" cxnId="{B92198F3-E22D-40A9-B7FF-7C11763E2551}">
      <dgm:prSet/>
      <dgm:spPr/>
      <dgm:t>
        <a:bodyPr/>
        <a:lstStyle/>
        <a:p>
          <a:endParaRPr lang="en-US"/>
        </a:p>
      </dgm:t>
    </dgm:pt>
    <dgm:pt modelId="{2A413649-445E-4417-B3CD-AAD202C50480}" type="sibTrans" cxnId="{B92198F3-E22D-40A9-B7FF-7C11763E2551}">
      <dgm:prSet/>
      <dgm:spPr/>
      <dgm:t>
        <a:bodyPr/>
        <a:lstStyle/>
        <a:p>
          <a:endParaRPr lang="en-US"/>
        </a:p>
      </dgm:t>
    </dgm:pt>
    <dgm:pt modelId="{454398A9-C114-4CA7-8144-92B7C9BEFCF3}">
      <dgm:prSet/>
      <dgm:spPr/>
      <dgm:t>
        <a:bodyPr/>
        <a:lstStyle/>
        <a:p>
          <a:pPr rtl="0"/>
          <a:r>
            <a:rPr lang="en-US" dirty="0"/>
            <a:t>Other (non-functional) requirements</a:t>
          </a:r>
        </a:p>
      </dgm:t>
    </dgm:pt>
    <dgm:pt modelId="{017FF9FF-8073-40C9-9B21-C23B9B9E6117}" type="parTrans" cxnId="{6ECD6879-DE8B-4D5F-819E-A084E366383E}">
      <dgm:prSet/>
      <dgm:spPr/>
      <dgm:t>
        <a:bodyPr/>
        <a:lstStyle/>
        <a:p>
          <a:endParaRPr lang="en-US"/>
        </a:p>
      </dgm:t>
    </dgm:pt>
    <dgm:pt modelId="{1893201A-792C-4C11-AC21-88B66522A54B}" type="sibTrans" cxnId="{6ECD6879-DE8B-4D5F-819E-A084E366383E}">
      <dgm:prSet/>
      <dgm:spPr/>
      <dgm:t>
        <a:bodyPr/>
        <a:lstStyle/>
        <a:p>
          <a:endParaRPr lang="en-US"/>
        </a:p>
      </dgm:t>
    </dgm:pt>
    <dgm:pt modelId="{5B7550C6-F41B-48D1-B844-FF91910AC4E0}">
      <dgm:prSet/>
      <dgm:spPr/>
      <dgm:t>
        <a:bodyPr/>
        <a:lstStyle/>
        <a:p>
          <a:pPr rtl="0"/>
          <a:r>
            <a:rPr lang="en-US" dirty="0"/>
            <a:t>Performance</a:t>
          </a:r>
        </a:p>
      </dgm:t>
    </dgm:pt>
    <dgm:pt modelId="{09547E3E-9EA7-43B3-935C-912F3EBE69F7}" type="parTrans" cxnId="{54EE4C60-98FB-444E-9ED0-7237DDAF4D47}">
      <dgm:prSet/>
      <dgm:spPr/>
      <dgm:t>
        <a:bodyPr/>
        <a:lstStyle/>
        <a:p>
          <a:endParaRPr lang="en-US"/>
        </a:p>
      </dgm:t>
    </dgm:pt>
    <dgm:pt modelId="{A1D3CC99-E59E-4240-8CD3-60CBB5D147C3}" type="sibTrans" cxnId="{54EE4C60-98FB-444E-9ED0-7237DDAF4D47}">
      <dgm:prSet/>
      <dgm:spPr/>
      <dgm:t>
        <a:bodyPr/>
        <a:lstStyle/>
        <a:p>
          <a:endParaRPr lang="en-US"/>
        </a:p>
      </dgm:t>
    </dgm:pt>
    <dgm:pt modelId="{F0FAFC5C-9D68-469F-A5AE-BA42CB5B78DB}">
      <dgm:prSet/>
      <dgm:spPr/>
      <dgm:t>
        <a:bodyPr/>
        <a:lstStyle/>
        <a:p>
          <a:pPr rtl="0"/>
          <a:r>
            <a:rPr lang="en-US" dirty="0"/>
            <a:t>Interoperability with other models/tools/data</a:t>
          </a:r>
        </a:p>
      </dgm:t>
    </dgm:pt>
    <dgm:pt modelId="{079BE152-AFB6-4CA2-9253-DA85660F05ED}" type="parTrans" cxnId="{30403CFC-33EE-4018-869C-C691981B2447}">
      <dgm:prSet/>
      <dgm:spPr/>
      <dgm:t>
        <a:bodyPr/>
        <a:lstStyle/>
        <a:p>
          <a:endParaRPr lang="en-US"/>
        </a:p>
      </dgm:t>
    </dgm:pt>
    <dgm:pt modelId="{0E7548AF-21F7-45F1-87C5-E8413ADBF916}" type="sibTrans" cxnId="{30403CFC-33EE-4018-869C-C691981B2447}">
      <dgm:prSet/>
      <dgm:spPr/>
      <dgm:t>
        <a:bodyPr/>
        <a:lstStyle/>
        <a:p>
          <a:endParaRPr lang="en-US"/>
        </a:p>
      </dgm:t>
    </dgm:pt>
    <dgm:pt modelId="{B45DCE75-C674-4D6E-A11F-59BAFCFFC169}">
      <dgm:prSet/>
      <dgm:spPr/>
      <dgm:t>
        <a:bodyPr/>
        <a:lstStyle/>
        <a:p>
          <a:pPr rtl="0"/>
          <a:endParaRPr lang="en-US" dirty="0"/>
        </a:p>
      </dgm:t>
    </dgm:pt>
    <dgm:pt modelId="{DC056869-8634-4BFC-9D68-DB71A8D6D2E1}" type="parTrans" cxnId="{F5160AC0-AE58-4652-9817-571E81D25B0D}">
      <dgm:prSet/>
      <dgm:spPr/>
      <dgm:t>
        <a:bodyPr/>
        <a:lstStyle/>
        <a:p>
          <a:endParaRPr lang="en-US"/>
        </a:p>
      </dgm:t>
    </dgm:pt>
    <dgm:pt modelId="{FC05932E-7963-4864-B8AF-0287FA5EDFA7}" type="sibTrans" cxnId="{F5160AC0-AE58-4652-9817-571E81D25B0D}">
      <dgm:prSet/>
      <dgm:spPr/>
      <dgm:t>
        <a:bodyPr/>
        <a:lstStyle/>
        <a:p>
          <a:endParaRPr lang="en-US"/>
        </a:p>
      </dgm:t>
    </dgm:pt>
    <dgm:pt modelId="{793670A5-2A1B-45F8-92F6-71F2972121E5}" type="pres">
      <dgm:prSet presAssocID="{37302D23-1FDA-4047-A872-91E5B730D018}" presName="linear" presStyleCnt="0">
        <dgm:presLayoutVars>
          <dgm:animLvl val="lvl"/>
          <dgm:resizeHandles val="exact"/>
        </dgm:presLayoutVars>
      </dgm:prSet>
      <dgm:spPr/>
    </dgm:pt>
    <dgm:pt modelId="{B73A5CDF-C90B-4F81-9DB2-38B8CA02BCE7}" type="pres">
      <dgm:prSet presAssocID="{29476F13-6997-40BF-B3ED-893F734E904F}" presName="parentText" presStyleLbl="node1" presStyleIdx="0" presStyleCnt="2">
        <dgm:presLayoutVars>
          <dgm:chMax val="0"/>
          <dgm:bulletEnabled val="1"/>
        </dgm:presLayoutVars>
      </dgm:prSet>
      <dgm:spPr/>
    </dgm:pt>
    <dgm:pt modelId="{8AA92F42-AAC9-4944-AB18-D8476E6146A8}" type="pres">
      <dgm:prSet presAssocID="{29476F13-6997-40BF-B3ED-893F734E904F}" presName="childText" presStyleLbl="revTx" presStyleIdx="0" presStyleCnt="2">
        <dgm:presLayoutVars>
          <dgm:bulletEnabled val="1"/>
        </dgm:presLayoutVars>
      </dgm:prSet>
      <dgm:spPr/>
    </dgm:pt>
    <dgm:pt modelId="{5DF45165-1CA8-408C-80AE-1A3B58B51E8B}" type="pres">
      <dgm:prSet presAssocID="{22DA509A-26F8-4E9D-8E99-37F58331DEEF}" presName="parentText" presStyleLbl="node1" presStyleIdx="1" presStyleCnt="2">
        <dgm:presLayoutVars>
          <dgm:chMax val="0"/>
          <dgm:bulletEnabled val="1"/>
        </dgm:presLayoutVars>
      </dgm:prSet>
      <dgm:spPr/>
    </dgm:pt>
    <dgm:pt modelId="{69DF0873-148D-4297-A14F-DD56A12F2E9E}" type="pres">
      <dgm:prSet presAssocID="{22DA509A-26F8-4E9D-8E99-37F58331DEEF}" presName="childText" presStyleLbl="revTx" presStyleIdx="1" presStyleCnt="2">
        <dgm:presLayoutVars>
          <dgm:bulletEnabled val="1"/>
        </dgm:presLayoutVars>
      </dgm:prSet>
      <dgm:spPr/>
    </dgm:pt>
  </dgm:ptLst>
  <dgm:cxnLst>
    <dgm:cxn modelId="{D82A4E11-88EB-42E1-8F20-7382D9CE40F4}" type="presOf" srcId="{103F4418-A0DC-4893-B394-DAC148243966}" destId="{8AA92F42-AAC9-4944-AB18-D8476E6146A8}" srcOrd="0" destOrd="1" presId="urn:microsoft.com/office/officeart/2005/8/layout/vList2"/>
    <dgm:cxn modelId="{39F67511-17BD-417B-8A1F-50DE23FDFA0F}" srcId="{22DA509A-26F8-4E9D-8E99-37F58331DEEF}" destId="{86853E22-32C7-4FF8-8B1C-C010AACC860B}" srcOrd="1" destOrd="0" parTransId="{B217CD5D-40B7-433F-B70A-A010DC6C2A13}" sibTransId="{92379F6F-86C8-423F-A600-414375530D70}"/>
    <dgm:cxn modelId="{EDEF3027-55CA-4C86-A745-3747932BF184}" srcId="{37302D23-1FDA-4047-A872-91E5B730D018}" destId="{22DA509A-26F8-4E9D-8E99-37F58331DEEF}" srcOrd="1" destOrd="0" parTransId="{F2B227D7-8912-4ACB-8196-F185EAFDA4B1}" sibTransId="{D1741AB1-A7FD-4AD5-AB91-12C051C49E40}"/>
    <dgm:cxn modelId="{4F51272D-6B81-42AE-9393-F5A91B4A4F74}" type="presOf" srcId="{57D284CC-3F75-4BDF-AFEB-4B5D20B76BA4}" destId="{8AA92F42-AAC9-4944-AB18-D8476E6146A8}" srcOrd="0" destOrd="2" presId="urn:microsoft.com/office/officeart/2005/8/layout/vList2"/>
    <dgm:cxn modelId="{0C4FAA2E-CC74-416B-AB4D-9315C3FE33AB}" type="presOf" srcId="{25C70146-B251-4ECD-B1C1-69B6407F4F3B}" destId="{8AA92F42-AAC9-4944-AB18-D8476E6146A8}" srcOrd="0" destOrd="5" presId="urn:microsoft.com/office/officeart/2005/8/layout/vList2"/>
    <dgm:cxn modelId="{1C1D5730-93B1-45C4-8F9A-83D9D0BB5F7B}" type="presOf" srcId="{F11964F0-32F0-4235-AED7-AC3AF6EC534D}" destId="{8AA92F42-AAC9-4944-AB18-D8476E6146A8}" srcOrd="0" destOrd="0" presId="urn:microsoft.com/office/officeart/2005/8/layout/vList2"/>
    <dgm:cxn modelId="{FC1F2C3E-A96E-4E05-9C3D-C5CAB1A7C6A2}" srcId="{86853E22-32C7-4FF8-8B1C-C010AACC860B}" destId="{206C4744-AFF5-407F-8EFC-AD8667497A81}" srcOrd="0" destOrd="0" parTransId="{CE153725-AAF9-4F9F-A606-52C0F6B8E16F}" sibTransId="{197B7610-AD42-42DB-9A0D-927ED6A61EF0}"/>
    <dgm:cxn modelId="{54EE4C60-98FB-444E-9ED0-7237DDAF4D47}" srcId="{454398A9-C114-4CA7-8144-92B7C9BEFCF3}" destId="{5B7550C6-F41B-48D1-B844-FF91910AC4E0}" srcOrd="0" destOrd="0" parTransId="{09547E3E-9EA7-43B3-935C-912F3EBE69F7}" sibTransId="{A1D3CC99-E59E-4240-8CD3-60CBB5D147C3}"/>
    <dgm:cxn modelId="{7F3CEE62-79FB-433A-BC42-AE6A8745344D}" type="presOf" srcId="{72B07CB0-686B-499D-8FE0-A32017932768}" destId="{69DF0873-148D-4297-A14F-DD56A12F2E9E}" srcOrd="0" destOrd="0" presId="urn:microsoft.com/office/officeart/2005/8/layout/vList2"/>
    <dgm:cxn modelId="{20485166-DB0D-4973-85DF-8EFCDBD2EC33}" srcId="{103F4418-A0DC-4893-B394-DAC148243966}" destId="{25C70146-B251-4ECD-B1C1-69B6407F4F3B}" srcOrd="1" destOrd="0" parTransId="{7AE782FF-4353-465F-9756-F9062BFB916C}" sibTransId="{A94328E5-99C5-4687-BFC7-8DA7EF1BF87E}"/>
    <dgm:cxn modelId="{6ECD6879-DE8B-4D5F-819E-A084E366383E}" srcId="{22DA509A-26F8-4E9D-8E99-37F58331DEEF}" destId="{454398A9-C114-4CA7-8144-92B7C9BEFCF3}" srcOrd="2" destOrd="0" parTransId="{017FF9FF-8073-40C9-9B21-C23B9B9E6117}" sibTransId="{1893201A-792C-4C11-AC21-88B66522A54B}"/>
    <dgm:cxn modelId="{0690DF81-F9D3-460E-99D4-7FC3A450EC46}" srcId="{29476F13-6997-40BF-B3ED-893F734E904F}" destId="{103F4418-A0DC-4893-B394-DAC148243966}" srcOrd="1" destOrd="0" parTransId="{9D2C11F7-59A3-49BF-B79D-E895039D2578}" sibTransId="{53C7FD86-BD75-43CD-9F5D-38304E88D2B5}"/>
    <dgm:cxn modelId="{B9D4738F-2F86-46C5-9F24-314F2DE2BBEE}" type="presOf" srcId="{F0FAFC5C-9D68-469F-A5AE-BA42CB5B78DB}" destId="{69DF0873-148D-4297-A14F-DD56A12F2E9E}" srcOrd="0" destOrd="6" presId="urn:microsoft.com/office/officeart/2005/8/layout/vList2"/>
    <dgm:cxn modelId="{552DED93-BC7A-403F-99F8-3AD0BA9FB601}" type="presOf" srcId="{46F4BB48-8652-48EB-BB7E-5F00C51434D6}" destId="{69DF0873-148D-4297-A14F-DD56A12F2E9E}" srcOrd="0" destOrd="3" presId="urn:microsoft.com/office/officeart/2005/8/layout/vList2"/>
    <dgm:cxn modelId="{BDA7D59C-B7E7-45A1-9415-7BD540739E20}" srcId="{37302D23-1FDA-4047-A872-91E5B730D018}" destId="{29476F13-6997-40BF-B3ED-893F734E904F}" srcOrd="0" destOrd="0" parTransId="{1D6E21AF-4D84-462F-984E-319CE6E120B0}" sibTransId="{BD6CE3B4-526D-4FE2-B912-692E6719140F}"/>
    <dgm:cxn modelId="{646A4F9E-3EF9-4920-805C-F8732677D4B5}" type="presOf" srcId="{206C4744-AFF5-407F-8EFC-AD8667497A81}" destId="{69DF0873-148D-4297-A14F-DD56A12F2E9E}" srcOrd="0" destOrd="2" presId="urn:microsoft.com/office/officeart/2005/8/layout/vList2"/>
    <dgm:cxn modelId="{494E99A8-611F-4F3B-9F19-40A54497F8E0}" srcId="{22DA509A-26F8-4E9D-8E99-37F58331DEEF}" destId="{72B07CB0-686B-499D-8FE0-A32017932768}" srcOrd="0" destOrd="0" parTransId="{9A389117-94EB-429B-B1E3-690529163CD8}" sibTransId="{4864B446-9DD3-425B-B4C9-4F972074E41C}"/>
    <dgm:cxn modelId="{48E8C3B0-1066-49C3-8F90-FAE5CE9BEA9F}" srcId="{57D284CC-3F75-4BDF-AFEB-4B5D20B76BA4}" destId="{A99A47DE-6098-4393-8AEB-1B37D9B51E75}" srcOrd="1" destOrd="0" parTransId="{ED6F4B2D-B164-4201-94CD-F38CE19EE519}" sibTransId="{D9553C99-DC52-473D-A979-EFA5AF6FD85C}"/>
    <dgm:cxn modelId="{F5160AC0-AE58-4652-9817-571E81D25B0D}" srcId="{22DA509A-26F8-4E9D-8E99-37F58331DEEF}" destId="{B45DCE75-C674-4D6E-A11F-59BAFCFFC169}" srcOrd="3" destOrd="0" parTransId="{DC056869-8634-4BFC-9D68-DB71A8D6D2E1}" sibTransId="{FC05932E-7963-4864-B8AF-0287FA5EDFA7}"/>
    <dgm:cxn modelId="{E70921C3-0E90-4040-AA0D-B2FFF984C4C4}" type="presOf" srcId="{37302D23-1FDA-4047-A872-91E5B730D018}" destId="{793670A5-2A1B-45F8-92F6-71F2972121E5}" srcOrd="0" destOrd="0" presId="urn:microsoft.com/office/officeart/2005/8/layout/vList2"/>
    <dgm:cxn modelId="{30D160C3-F5CA-4C49-B529-69CB98EED528}" type="presOf" srcId="{454398A9-C114-4CA7-8144-92B7C9BEFCF3}" destId="{69DF0873-148D-4297-A14F-DD56A12F2E9E}" srcOrd="0" destOrd="4" presId="urn:microsoft.com/office/officeart/2005/8/layout/vList2"/>
    <dgm:cxn modelId="{210A31C4-76FF-42BF-8849-1D0476AE893A}" type="presOf" srcId="{B45DCE75-C674-4D6E-A11F-59BAFCFFC169}" destId="{69DF0873-148D-4297-A14F-DD56A12F2E9E}" srcOrd="0" destOrd="7" presId="urn:microsoft.com/office/officeart/2005/8/layout/vList2"/>
    <dgm:cxn modelId="{79C138C5-D600-4E07-80D0-6735A7B00F95}" type="presOf" srcId="{A198DC19-FD41-4D3E-8334-3355A34199D5}" destId="{8AA92F42-AAC9-4944-AB18-D8476E6146A8}" srcOrd="0" destOrd="3" presId="urn:microsoft.com/office/officeart/2005/8/layout/vList2"/>
    <dgm:cxn modelId="{EE4383C9-8E1E-4269-9DD9-F28EC535807B}" type="presOf" srcId="{86853E22-32C7-4FF8-8B1C-C010AACC860B}" destId="{69DF0873-148D-4297-A14F-DD56A12F2E9E}" srcOrd="0" destOrd="1" presId="urn:microsoft.com/office/officeart/2005/8/layout/vList2"/>
    <dgm:cxn modelId="{5D260FDF-09EE-42DE-9EE4-35DA70CB7148}" type="presOf" srcId="{5B7550C6-F41B-48D1-B844-FF91910AC4E0}" destId="{69DF0873-148D-4297-A14F-DD56A12F2E9E}" srcOrd="0" destOrd="5" presId="urn:microsoft.com/office/officeart/2005/8/layout/vList2"/>
    <dgm:cxn modelId="{EEA9EBDF-4930-48BE-A3FE-6BA8BAFB2775}" srcId="{103F4418-A0DC-4893-B394-DAC148243966}" destId="{57D284CC-3F75-4BDF-AFEB-4B5D20B76BA4}" srcOrd="0" destOrd="0" parTransId="{CC2184C8-4084-40B8-A1E3-A0456839C4AC}" sibTransId="{CD1500A8-33E0-4AEC-96DD-F8773BB06371}"/>
    <dgm:cxn modelId="{DC2E4DE3-2285-4A7F-86D8-238DC327E985}" type="presOf" srcId="{A99A47DE-6098-4393-8AEB-1B37D9B51E75}" destId="{8AA92F42-AAC9-4944-AB18-D8476E6146A8}" srcOrd="0" destOrd="4" presId="urn:microsoft.com/office/officeart/2005/8/layout/vList2"/>
    <dgm:cxn modelId="{A2FE87EE-22F0-4619-BEA2-83EA5AF47B5B}" srcId="{29476F13-6997-40BF-B3ED-893F734E904F}" destId="{F11964F0-32F0-4235-AED7-AC3AF6EC534D}" srcOrd="0" destOrd="0" parTransId="{22F60AFD-F9AC-4356-AD6C-A010BC02B5EC}" sibTransId="{F427C724-FA71-411F-894C-852FF099D668}"/>
    <dgm:cxn modelId="{FD8A27F1-4D98-4E8F-98FD-485B62E0C532}" type="presOf" srcId="{22DA509A-26F8-4E9D-8E99-37F58331DEEF}" destId="{5DF45165-1CA8-408C-80AE-1A3B58B51E8B}" srcOrd="0" destOrd="0" presId="urn:microsoft.com/office/officeart/2005/8/layout/vList2"/>
    <dgm:cxn modelId="{806241F1-B9E3-4D2C-8820-5C33B91E83DD}" type="presOf" srcId="{29476F13-6997-40BF-B3ED-893F734E904F}" destId="{B73A5CDF-C90B-4F81-9DB2-38B8CA02BCE7}" srcOrd="0" destOrd="0" presId="urn:microsoft.com/office/officeart/2005/8/layout/vList2"/>
    <dgm:cxn modelId="{B92198F3-E22D-40A9-B7FF-7C11763E2551}" srcId="{86853E22-32C7-4FF8-8B1C-C010AACC860B}" destId="{46F4BB48-8652-48EB-BB7E-5F00C51434D6}" srcOrd="1" destOrd="0" parTransId="{ABEA142E-CFF8-47C3-B1E9-859683480FD1}" sibTransId="{2A413649-445E-4417-B3CD-AAD202C50480}"/>
    <dgm:cxn modelId="{065370F9-17C2-40BE-B85A-1583C5F1771D}" srcId="{57D284CC-3F75-4BDF-AFEB-4B5D20B76BA4}" destId="{A198DC19-FD41-4D3E-8334-3355A34199D5}" srcOrd="0" destOrd="0" parTransId="{EFD76566-F44F-4691-BE64-EF67E52CD5C1}" sibTransId="{88E6DC32-BB81-419E-ADAA-33F9E751BAB0}"/>
    <dgm:cxn modelId="{30403CFC-33EE-4018-869C-C691981B2447}" srcId="{454398A9-C114-4CA7-8144-92B7C9BEFCF3}" destId="{F0FAFC5C-9D68-469F-A5AE-BA42CB5B78DB}" srcOrd="1" destOrd="0" parTransId="{079BE152-AFB6-4CA2-9253-DA85660F05ED}" sibTransId="{0E7548AF-21F7-45F1-87C5-E8413ADBF916}"/>
    <dgm:cxn modelId="{7E1DF1AC-EE4A-482A-A5A7-3DC7299D2F54}" type="presParOf" srcId="{793670A5-2A1B-45F8-92F6-71F2972121E5}" destId="{B73A5CDF-C90B-4F81-9DB2-38B8CA02BCE7}" srcOrd="0" destOrd="0" presId="urn:microsoft.com/office/officeart/2005/8/layout/vList2"/>
    <dgm:cxn modelId="{8FBBB96F-5D67-411F-BF46-5214E9C2C744}" type="presParOf" srcId="{793670A5-2A1B-45F8-92F6-71F2972121E5}" destId="{8AA92F42-AAC9-4944-AB18-D8476E6146A8}" srcOrd="1" destOrd="0" presId="urn:microsoft.com/office/officeart/2005/8/layout/vList2"/>
    <dgm:cxn modelId="{16FECECF-2412-4B8D-96FF-ACD366D717BD}" type="presParOf" srcId="{793670A5-2A1B-45F8-92F6-71F2972121E5}" destId="{5DF45165-1CA8-408C-80AE-1A3B58B51E8B}" srcOrd="2" destOrd="0" presId="urn:microsoft.com/office/officeart/2005/8/layout/vList2"/>
    <dgm:cxn modelId="{2A9B238C-D548-4CB5-9FFC-55142A9BA5AD}" type="presParOf" srcId="{793670A5-2A1B-45F8-92F6-71F2972121E5}" destId="{69DF0873-148D-4297-A14F-DD56A12F2E9E}"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C71DD30-64AA-4C4C-BCB7-10F9AD0178F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F7374C0-D057-4802-8348-9ECFEAE68AFB}">
      <dgm:prSet/>
      <dgm:spPr/>
      <dgm:t>
        <a:bodyPr/>
        <a:lstStyle/>
        <a:p>
          <a:pPr rtl="0"/>
          <a:r>
            <a:rPr lang="en-US" b="1" dirty="0"/>
            <a:t>Verification</a:t>
          </a:r>
          <a:endParaRPr lang="en-US" dirty="0"/>
        </a:p>
      </dgm:t>
    </dgm:pt>
    <dgm:pt modelId="{3EBA63EA-E8A2-49D6-A21D-C2E2005A18C3}" type="parTrans" cxnId="{2D36ADA8-55C2-4F61-B9BC-27B936095F2F}">
      <dgm:prSet/>
      <dgm:spPr/>
      <dgm:t>
        <a:bodyPr/>
        <a:lstStyle/>
        <a:p>
          <a:endParaRPr lang="en-US"/>
        </a:p>
      </dgm:t>
    </dgm:pt>
    <dgm:pt modelId="{6A112DE2-55F7-4B57-ABF2-5D9808731DE3}" type="sibTrans" cxnId="{2D36ADA8-55C2-4F61-B9BC-27B936095F2F}">
      <dgm:prSet/>
      <dgm:spPr/>
      <dgm:t>
        <a:bodyPr/>
        <a:lstStyle/>
        <a:p>
          <a:endParaRPr lang="en-US"/>
        </a:p>
      </dgm:t>
    </dgm:pt>
    <dgm:pt modelId="{102940CB-FEA8-48BD-AFE8-C77C234B727F}">
      <dgm:prSet/>
      <dgm:spPr/>
      <dgm:t>
        <a:bodyPr/>
        <a:lstStyle/>
        <a:p>
          <a:pPr rtl="0"/>
          <a:r>
            <a:rPr lang="en-US" dirty="0"/>
            <a:t>Did I Build the Model Right? </a:t>
          </a:r>
          <a:r>
            <a:rPr lang="ar-SA" dirty="0"/>
            <a:t>هل أنجزت النموذج بطريقة صحيح؟        </a:t>
          </a:r>
          <a:endParaRPr lang="en-US" dirty="0"/>
        </a:p>
      </dgm:t>
    </dgm:pt>
    <dgm:pt modelId="{6967362B-EC38-46CA-9059-0B500C5ABB82}" type="parTrans" cxnId="{1A484B56-4D3C-4211-A456-4F822FDFD745}">
      <dgm:prSet/>
      <dgm:spPr/>
      <dgm:t>
        <a:bodyPr/>
        <a:lstStyle/>
        <a:p>
          <a:endParaRPr lang="en-US"/>
        </a:p>
      </dgm:t>
    </dgm:pt>
    <dgm:pt modelId="{6928D94C-199E-45D6-A39D-3B72B542C01A}" type="sibTrans" cxnId="{1A484B56-4D3C-4211-A456-4F822FDFD745}">
      <dgm:prSet/>
      <dgm:spPr/>
      <dgm:t>
        <a:bodyPr/>
        <a:lstStyle/>
        <a:p>
          <a:endParaRPr lang="en-US"/>
        </a:p>
      </dgm:t>
    </dgm:pt>
    <dgm:pt modelId="{26B13F02-DAE4-4924-BD9B-F2701215A649}">
      <dgm:prSet/>
      <dgm:spPr/>
      <dgm:t>
        <a:bodyPr/>
        <a:lstStyle/>
        <a:p>
          <a:pPr rtl="0"/>
          <a:r>
            <a:rPr lang="en-US" dirty="0"/>
            <a:t>Does the </a:t>
          </a:r>
          <a:r>
            <a:rPr lang="en-US" b="1" dirty="0"/>
            <a:t>computational model </a:t>
          </a:r>
          <a:r>
            <a:rPr lang="en-US" dirty="0"/>
            <a:t>match the </a:t>
          </a:r>
          <a:r>
            <a:rPr lang="en-US" b="1" dirty="0"/>
            <a:t>specification model</a:t>
          </a:r>
          <a:r>
            <a:rPr lang="en-US" dirty="0"/>
            <a:t>?</a:t>
          </a:r>
        </a:p>
      </dgm:t>
    </dgm:pt>
    <dgm:pt modelId="{F6D17DF0-B804-41F3-98D3-7BC4496BA7D4}" type="parTrans" cxnId="{95CE9FED-EE5D-4F9D-953C-0C0D199ACF88}">
      <dgm:prSet/>
      <dgm:spPr/>
      <dgm:t>
        <a:bodyPr/>
        <a:lstStyle/>
        <a:p>
          <a:endParaRPr lang="en-US"/>
        </a:p>
      </dgm:t>
    </dgm:pt>
    <dgm:pt modelId="{14295510-363B-4BA9-B7FE-1B21065F1A05}" type="sibTrans" cxnId="{95CE9FED-EE5D-4F9D-953C-0C0D199ACF88}">
      <dgm:prSet/>
      <dgm:spPr/>
      <dgm:t>
        <a:bodyPr/>
        <a:lstStyle/>
        <a:p>
          <a:endParaRPr lang="en-US"/>
        </a:p>
      </dgm:t>
    </dgm:pt>
    <dgm:pt modelId="{71C8D4FC-4AF2-48B3-8CAA-8FDD3B41F201}">
      <dgm:prSet/>
      <dgm:spPr/>
      <dgm:t>
        <a:bodyPr/>
        <a:lstStyle/>
        <a:p>
          <a:pPr rtl="0"/>
          <a:r>
            <a:rPr lang="en-US" dirty="0"/>
            <a:t>Debugging: checking if the program contains any programming errors. </a:t>
          </a:r>
        </a:p>
      </dgm:t>
    </dgm:pt>
    <dgm:pt modelId="{ACE86FD8-7D8F-4394-9A41-47525020FBEA}" type="parTrans" cxnId="{56F1DB5A-5F96-4EB7-8C28-026C017F5CF6}">
      <dgm:prSet/>
      <dgm:spPr/>
      <dgm:t>
        <a:bodyPr/>
        <a:lstStyle/>
        <a:p>
          <a:endParaRPr lang="en-US"/>
        </a:p>
      </dgm:t>
    </dgm:pt>
    <dgm:pt modelId="{781A6BD1-226F-44DF-971D-5202B50BF1CD}" type="sibTrans" cxnId="{56F1DB5A-5F96-4EB7-8C28-026C017F5CF6}">
      <dgm:prSet/>
      <dgm:spPr/>
      <dgm:t>
        <a:bodyPr/>
        <a:lstStyle/>
        <a:p>
          <a:endParaRPr lang="en-US"/>
        </a:p>
      </dgm:t>
    </dgm:pt>
    <dgm:pt modelId="{45940547-6C24-4D34-9A76-CF4AE491195A}">
      <dgm:prSet/>
      <dgm:spPr/>
      <dgm:t>
        <a:bodyPr/>
        <a:lstStyle/>
        <a:p>
          <a:pPr rtl="0"/>
          <a:r>
            <a:rPr lang="en-US" b="1" dirty="0"/>
            <a:t>Verification</a:t>
          </a:r>
          <a:r>
            <a:rPr lang="en-US" dirty="0"/>
            <a:t> is different from </a:t>
          </a:r>
          <a:r>
            <a:rPr lang="en-US" b="1" dirty="0"/>
            <a:t>Validation</a:t>
          </a:r>
          <a:r>
            <a:rPr lang="en-US" dirty="0"/>
            <a:t>: (see model validation)!</a:t>
          </a:r>
        </a:p>
      </dgm:t>
    </dgm:pt>
    <dgm:pt modelId="{A58EB876-CC6C-4A9E-96B3-546CF54BADE0}" type="parTrans" cxnId="{31931A9E-39BD-4F67-828C-39098C4B1029}">
      <dgm:prSet/>
      <dgm:spPr/>
      <dgm:t>
        <a:bodyPr/>
        <a:lstStyle/>
        <a:p>
          <a:endParaRPr lang="en-US"/>
        </a:p>
      </dgm:t>
    </dgm:pt>
    <dgm:pt modelId="{628B0B36-3C12-4427-9302-0395A15C2BB2}" type="sibTrans" cxnId="{31931A9E-39BD-4F67-828C-39098C4B1029}">
      <dgm:prSet/>
      <dgm:spPr/>
      <dgm:t>
        <a:bodyPr/>
        <a:lstStyle/>
        <a:p>
          <a:endParaRPr lang="en-US"/>
        </a:p>
      </dgm:t>
    </dgm:pt>
    <dgm:pt modelId="{7550BCB1-B1B7-4E7C-B666-7D4B014C4644}">
      <dgm:prSet/>
      <dgm:spPr/>
      <dgm:t>
        <a:bodyPr/>
        <a:lstStyle/>
        <a:p>
          <a:pPr rtl="0"/>
          <a:r>
            <a:rPr lang="en-US" dirty="0"/>
            <a:t>If you can validate the simulation with 100% certainty, why build the simulation?</a:t>
          </a:r>
        </a:p>
      </dgm:t>
    </dgm:pt>
    <dgm:pt modelId="{1B266D06-26CD-43BE-B636-43184C6EEA96}">
      <dgm:prSet/>
      <dgm:spPr/>
      <dgm:t>
        <a:bodyPr/>
        <a:lstStyle/>
        <a:p>
          <a:pPr rtl="0"/>
          <a:r>
            <a:rPr lang="en-US" dirty="0"/>
            <a:t>Often can only validate portions of the model</a:t>
          </a:r>
        </a:p>
      </dgm:t>
    </dgm:pt>
    <dgm:pt modelId="{1A15F620-2FC2-4D99-B714-497A08AE9E97}">
      <dgm:prSet/>
      <dgm:spPr/>
      <dgm:t>
        <a:bodyPr/>
        <a:lstStyle/>
        <a:p>
          <a:pPr rtl="0"/>
          <a:r>
            <a:rPr lang="en-US" dirty="0"/>
            <a:t>By necessity, validation is always an incomplete activity!</a:t>
          </a:r>
        </a:p>
      </dgm:t>
    </dgm:pt>
    <dgm:pt modelId="{5143A5D4-894A-4D50-81B1-3ECE6024E32D}">
      <dgm:prSet/>
      <dgm:spPr/>
      <dgm:t>
        <a:bodyPr/>
        <a:lstStyle/>
        <a:p>
          <a:pPr rtl="0"/>
          <a:r>
            <a:rPr lang="en-US" dirty="0"/>
            <a:t>Another simulation model</a:t>
          </a:r>
        </a:p>
      </dgm:t>
    </dgm:pt>
    <dgm:pt modelId="{C324D5F7-0B62-4405-A3F2-86A3D8EECECC}">
      <dgm:prSet/>
      <dgm:spPr/>
      <dgm:t>
        <a:bodyPr/>
        <a:lstStyle/>
        <a:p>
          <a:pPr rtl="0"/>
          <a:r>
            <a:rPr lang="en-US" dirty="0"/>
            <a:t>An analytic (mathematical) model of the system</a:t>
          </a:r>
        </a:p>
      </dgm:t>
    </dgm:pt>
    <dgm:pt modelId="{D786F177-9054-467A-A73B-9A8E2C23E4D0}">
      <dgm:prSet/>
      <dgm:spPr/>
      <dgm:t>
        <a:bodyPr/>
        <a:lstStyle/>
        <a:p>
          <a:pPr rtl="0"/>
          <a:r>
            <a:rPr lang="en-US" dirty="0"/>
            <a:t>Measurements of actual system</a:t>
          </a:r>
        </a:p>
      </dgm:t>
    </dgm:pt>
    <dgm:pt modelId="{FC6365BE-30C0-4EF3-8B5E-38436288901C}">
      <dgm:prSet/>
      <dgm:spPr/>
      <dgm:t>
        <a:bodyPr/>
        <a:lstStyle/>
        <a:p>
          <a:pPr rtl="0"/>
          <a:r>
            <a:rPr lang="en-US" dirty="0"/>
            <a:t>Typically,</a:t>
          </a:r>
          <a:r>
            <a:rPr lang="ar-SA" dirty="0"/>
            <a:t> </a:t>
          </a:r>
          <a:r>
            <a:rPr lang="en-US" dirty="0"/>
            <a:t>the </a:t>
          </a:r>
          <a:r>
            <a:rPr lang="fr-FR" dirty="0"/>
            <a:t>validation of a simulation model </a:t>
          </a:r>
          <a:r>
            <a:rPr lang="fr-FR" dirty="0" err="1"/>
            <a:t>can</a:t>
          </a:r>
          <a:r>
            <a:rPr lang="fr-FR" dirty="0"/>
            <a:t> </a:t>
          </a:r>
          <a:r>
            <a:rPr lang="fr-FR" dirty="0" err="1"/>
            <a:t>be</a:t>
          </a:r>
          <a:r>
            <a:rPr lang="fr-FR" dirty="0"/>
            <a:t> </a:t>
          </a:r>
          <a:r>
            <a:rPr lang="fr-FR" dirty="0" err="1"/>
            <a:t>done</a:t>
          </a:r>
          <a:r>
            <a:rPr lang="fr-FR" dirty="0"/>
            <a:t> by </a:t>
          </a:r>
          <a:r>
            <a:rPr lang="en-US" dirty="0"/>
            <a:t>comparing</a:t>
          </a:r>
        </a:p>
      </dgm:t>
    </dgm:pt>
    <dgm:pt modelId="{2E8143D7-0E0E-4648-924C-8D90911DEE66}" type="sibTrans" cxnId="{C262349B-5975-4A11-85F5-A4C05CCB1939}">
      <dgm:prSet/>
      <dgm:spPr/>
      <dgm:t>
        <a:bodyPr/>
        <a:lstStyle/>
        <a:p>
          <a:endParaRPr lang="en-US"/>
        </a:p>
      </dgm:t>
    </dgm:pt>
    <dgm:pt modelId="{F28D586C-E803-4B7C-8404-BE89857B6386}" type="parTrans" cxnId="{C262349B-5975-4A11-85F5-A4C05CCB1939}">
      <dgm:prSet/>
      <dgm:spPr/>
      <dgm:t>
        <a:bodyPr/>
        <a:lstStyle/>
        <a:p>
          <a:endParaRPr lang="en-US"/>
        </a:p>
      </dgm:t>
    </dgm:pt>
    <dgm:pt modelId="{6C534FC5-85A5-4850-9365-47A05E81CE11}" type="sibTrans" cxnId="{4C32EE57-DD4C-4498-BDD5-00504F5F004A}">
      <dgm:prSet/>
      <dgm:spPr/>
      <dgm:t>
        <a:bodyPr/>
        <a:lstStyle/>
        <a:p>
          <a:endParaRPr lang="en-US"/>
        </a:p>
      </dgm:t>
    </dgm:pt>
    <dgm:pt modelId="{66A3C45F-C442-44D2-B223-E6EE86426ADA}" type="parTrans" cxnId="{4C32EE57-DD4C-4498-BDD5-00504F5F004A}">
      <dgm:prSet/>
      <dgm:spPr/>
      <dgm:t>
        <a:bodyPr/>
        <a:lstStyle/>
        <a:p>
          <a:endParaRPr lang="en-US"/>
        </a:p>
      </dgm:t>
    </dgm:pt>
    <dgm:pt modelId="{129AC00B-005C-458D-8F48-B5AFC5E7A857}" type="sibTrans" cxnId="{8C6C69BE-A570-49FC-BDB7-88D5E4B6632C}">
      <dgm:prSet/>
      <dgm:spPr/>
      <dgm:t>
        <a:bodyPr/>
        <a:lstStyle/>
        <a:p>
          <a:endParaRPr lang="en-US"/>
        </a:p>
      </dgm:t>
    </dgm:pt>
    <dgm:pt modelId="{42C5FD4C-69D7-4BCA-AF47-A208E5EE9254}" type="parTrans" cxnId="{8C6C69BE-A570-49FC-BDB7-88D5E4B6632C}">
      <dgm:prSet/>
      <dgm:spPr/>
      <dgm:t>
        <a:bodyPr/>
        <a:lstStyle/>
        <a:p>
          <a:endParaRPr lang="en-US"/>
        </a:p>
      </dgm:t>
    </dgm:pt>
    <dgm:pt modelId="{92453C07-D655-4343-B79D-471D5C06215D}">
      <dgm:prSet/>
      <dgm:spPr/>
      <dgm:t>
        <a:bodyPr/>
        <a:lstStyle/>
        <a:p>
          <a:pPr rtl="0"/>
          <a:r>
            <a:rPr lang="en-US" dirty="0"/>
            <a:t>Does the </a:t>
          </a:r>
          <a:r>
            <a:rPr lang="en-US" b="1" dirty="0"/>
            <a:t>computational model </a:t>
          </a:r>
          <a:r>
            <a:rPr lang="en-US" dirty="0"/>
            <a:t>match the </a:t>
          </a:r>
          <a:r>
            <a:rPr lang="en-US" b="1" dirty="0"/>
            <a:t>actual (or envisioned) system</a:t>
          </a:r>
          <a:r>
            <a:rPr lang="en-US" dirty="0"/>
            <a:t>?</a:t>
          </a:r>
        </a:p>
      </dgm:t>
    </dgm:pt>
    <dgm:pt modelId="{211BA1BA-57FC-4D95-8E74-BD2DFC4D79AA}">
      <dgm:prSet/>
      <dgm:spPr/>
      <dgm:t>
        <a:bodyPr/>
        <a:lstStyle/>
        <a:p>
          <a:pPr rtl="0"/>
          <a:r>
            <a:rPr lang="en-US" dirty="0"/>
            <a:t>Did I Build the Right Model? </a:t>
          </a:r>
          <a:r>
            <a:rPr lang="ar-SA" dirty="0"/>
            <a:t>هل أنجزت النموذج الصحيح؟       </a:t>
          </a:r>
          <a:endParaRPr lang="en-US" dirty="0"/>
        </a:p>
      </dgm:t>
    </dgm:pt>
    <dgm:pt modelId="{1BB844E6-6D8D-47DA-B608-DF215A9F1C41}">
      <dgm:prSet/>
      <dgm:spPr/>
      <dgm:t>
        <a:bodyPr/>
        <a:lstStyle/>
        <a:p>
          <a:pPr rtl="0"/>
          <a:r>
            <a:rPr lang="en-US" b="1" dirty="0"/>
            <a:t>Validation</a:t>
          </a:r>
          <a:endParaRPr lang="en-US" dirty="0"/>
        </a:p>
      </dgm:t>
    </dgm:pt>
    <dgm:pt modelId="{1B326DD6-E644-493B-AFEB-1606B4C818CC}" type="sibTrans" cxnId="{5C453078-D687-45E5-BEEB-5FDD5988A0BD}">
      <dgm:prSet/>
      <dgm:spPr/>
      <dgm:t>
        <a:bodyPr/>
        <a:lstStyle/>
        <a:p>
          <a:endParaRPr lang="en-US"/>
        </a:p>
      </dgm:t>
    </dgm:pt>
    <dgm:pt modelId="{D5D54510-BB20-4722-944A-EEB2C4A19D91}" type="parTrans" cxnId="{5C453078-D687-45E5-BEEB-5FDD5988A0BD}">
      <dgm:prSet/>
      <dgm:spPr/>
      <dgm:t>
        <a:bodyPr/>
        <a:lstStyle/>
        <a:p>
          <a:endParaRPr lang="en-US"/>
        </a:p>
      </dgm:t>
    </dgm:pt>
    <dgm:pt modelId="{2F33F5F0-F70C-4373-B3DE-72E295AE1D50}" type="sibTrans" cxnId="{69461B7B-EE05-496A-A6C7-404CD59ED386}">
      <dgm:prSet/>
      <dgm:spPr/>
      <dgm:t>
        <a:bodyPr/>
        <a:lstStyle/>
        <a:p>
          <a:endParaRPr lang="en-US"/>
        </a:p>
      </dgm:t>
    </dgm:pt>
    <dgm:pt modelId="{2A892C50-B473-4227-AEC9-0151FBD90247}" type="parTrans" cxnId="{69461B7B-EE05-496A-A6C7-404CD59ED386}">
      <dgm:prSet/>
      <dgm:spPr/>
      <dgm:t>
        <a:bodyPr/>
        <a:lstStyle/>
        <a:p>
          <a:endParaRPr lang="en-US"/>
        </a:p>
      </dgm:t>
    </dgm:pt>
    <dgm:pt modelId="{3F70114E-EECB-4979-86D1-96F33C55E639}" type="sibTrans" cxnId="{3DD9DE33-0DF4-4F96-A4BB-A9A908603AEB}">
      <dgm:prSet/>
      <dgm:spPr/>
      <dgm:t>
        <a:bodyPr/>
        <a:lstStyle/>
        <a:p>
          <a:endParaRPr lang="en-US"/>
        </a:p>
      </dgm:t>
    </dgm:pt>
    <dgm:pt modelId="{F6F077B8-9A4C-4BE0-91BC-251A8A0185B6}" type="parTrans" cxnId="{3DD9DE33-0DF4-4F96-A4BB-A9A908603AEB}">
      <dgm:prSet/>
      <dgm:spPr/>
      <dgm:t>
        <a:bodyPr/>
        <a:lstStyle/>
        <a:p>
          <a:endParaRPr lang="en-US"/>
        </a:p>
      </dgm:t>
    </dgm:pt>
    <dgm:pt modelId="{A5A8F2C0-A753-4F11-A250-EB5605E08B2A}" type="sibTrans" cxnId="{6792F703-ABF8-4D09-BF27-E33D11FB2A75}">
      <dgm:prSet/>
      <dgm:spPr/>
      <dgm:t>
        <a:bodyPr/>
        <a:lstStyle/>
        <a:p>
          <a:endParaRPr lang="en-US"/>
        </a:p>
      </dgm:t>
    </dgm:pt>
    <dgm:pt modelId="{F3CC7AA9-608C-4411-A904-A8BA5A8BE801}" type="parTrans" cxnId="{6792F703-ABF8-4D09-BF27-E33D11FB2A75}">
      <dgm:prSet/>
      <dgm:spPr/>
      <dgm:t>
        <a:bodyPr/>
        <a:lstStyle/>
        <a:p>
          <a:endParaRPr lang="en-US"/>
        </a:p>
      </dgm:t>
    </dgm:pt>
    <dgm:pt modelId="{29D0A727-EA07-4DE6-A602-7C78BE23914E}" type="sibTrans" cxnId="{B6374EEE-0C58-4642-ACAC-CA1CDD7E6BD6}">
      <dgm:prSet/>
      <dgm:spPr/>
      <dgm:t>
        <a:bodyPr/>
        <a:lstStyle/>
        <a:p>
          <a:endParaRPr lang="en-US"/>
        </a:p>
      </dgm:t>
    </dgm:pt>
    <dgm:pt modelId="{0C465497-00A1-49B8-A773-261D54273933}" type="parTrans" cxnId="{B6374EEE-0C58-4642-ACAC-CA1CDD7E6BD6}">
      <dgm:prSet/>
      <dgm:spPr/>
      <dgm:t>
        <a:bodyPr/>
        <a:lstStyle/>
        <a:p>
          <a:endParaRPr lang="en-US"/>
        </a:p>
      </dgm:t>
    </dgm:pt>
    <dgm:pt modelId="{4592B2BB-4204-40A5-805F-5214F7223ADE}" type="sibTrans" cxnId="{01513355-9572-4936-87B4-3ED1BC7039D3}">
      <dgm:prSet/>
      <dgm:spPr/>
      <dgm:t>
        <a:bodyPr/>
        <a:lstStyle/>
        <a:p>
          <a:endParaRPr lang="en-US"/>
        </a:p>
      </dgm:t>
    </dgm:pt>
    <dgm:pt modelId="{D0B903FE-4460-4A54-86A1-433E5DCE8A6E}" type="parTrans" cxnId="{01513355-9572-4936-87B4-3ED1BC7039D3}">
      <dgm:prSet/>
      <dgm:spPr/>
      <dgm:t>
        <a:bodyPr/>
        <a:lstStyle/>
        <a:p>
          <a:endParaRPr lang="en-US"/>
        </a:p>
      </dgm:t>
    </dgm:pt>
    <dgm:pt modelId="{50E8D152-9AEF-4150-BE7B-897D12988BA0}" type="sibTrans" cxnId="{63B580E8-CB21-48CD-BB0C-1ECCB04A162A}">
      <dgm:prSet/>
      <dgm:spPr/>
      <dgm:t>
        <a:bodyPr/>
        <a:lstStyle/>
        <a:p>
          <a:endParaRPr lang="en-US"/>
        </a:p>
      </dgm:t>
    </dgm:pt>
    <dgm:pt modelId="{4C206E68-8ACA-415C-8CFC-D15511111F63}" type="parTrans" cxnId="{63B580E8-CB21-48CD-BB0C-1ECCB04A162A}">
      <dgm:prSet/>
      <dgm:spPr/>
      <dgm:t>
        <a:bodyPr/>
        <a:lstStyle/>
        <a:p>
          <a:endParaRPr lang="en-US"/>
        </a:p>
      </dgm:t>
    </dgm:pt>
    <dgm:pt modelId="{CB53F485-3E5A-4E43-842D-B12BB4F39029}" type="pres">
      <dgm:prSet presAssocID="{BC71DD30-64AA-4C4C-BCB7-10F9AD0178FD}" presName="linear" presStyleCnt="0">
        <dgm:presLayoutVars>
          <dgm:animLvl val="lvl"/>
          <dgm:resizeHandles val="exact"/>
        </dgm:presLayoutVars>
      </dgm:prSet>
      <dgm:spPr/>
    </dgm:pt>
    <dgm:pt modelId="{F2D48866-598F-43E7-94BB-3803104EE942}" type="pres">
      <dgm:prSet presAssocID="{BF7374C0-D057-4802-8348-9ECFEAE68AFB}" presName="parentText" presStyleLbl="node1" presStyleIdx="0" presStyleCnt="2">
        <dgm:presLayoutVars>
          <dgm:chMax val="0"/>
          <dgm:bulletEnabled val="1"/>
        </dgm:presLayoutVars>
      </dgm:prSet>
      <dgm:spPr/>
    </dgm:pt>
    <dgm:pt modelId="{17FC1171-9CA1-4A85-8B42-C00FBBC3C065}" type="pres">
      <dgm:prSet presAssocID="{BF7374C0-D057-4802-8348-9ECFEAE68AFB}" presName="childText" presStyleLbl="revTx" presStyleIdx="0" presStyleCnt="2">
        <dgm:presLayoutVars>
          <dgm:bulletEnabled val="1"/>
        </dgm:presLayoutVars>
      </dgm:prSet>
      <dgm:spPr/>
    </dgm:pt>
    <dgm:pt modelId="{7C83466E-0C46-4EAC-88E9-1FB9B86F585A}" type="pres">
      <dgm:prSet presAssocID="{1BB844E6-6D8D-47DA-B608-DF215A9F1C41}" presName="parentText" presStyleLbl="node1" presStyleIdx="1" presStyleCnt="2">
        <dgm:presLayoutVars>
          <dgm:chMax val="0"/>
          <dgm:bulletEnabled val="1"/>
        </dgm:presLayoutVars>
      </dgm:prSet>
      <dgm:spPr/>
    </dgm:pt>
    <dgm:pt modelId="{FFFA8A43-C12A-4411-B5A0-4840D957FA76}" type="pres">
      <dgm:prSet presAssocID="{1BB844E6-6D8D-47DA-B608-DF215A9F1C41}" presName="childText" presStyleLbl="revTx" presStyleIdx="1" presStyleCnt="2">
        <dgm:presLayoutVars>
          <dgm:bulletEnabled val="1"/>
        </dgm:presLayoutVars>
      </dgm:prSet>
      <dgm:spPr/>
    </dgm:pt>
  </dgm:ptLst>
  <dgm:cxnLst>
    <dgm:cxn modelId="{6792F703-ABF8-4D09-BF27-E33D11FB2A75}" srcId="{1BB844E6-6D8D-47DA-B608-DF215A9F1C41}" destId="{1A15F620-2FC2-4D99-B714-497A08AE9E97}" srcOrd="3" destOrd="0" parTransId="{F3CC7AA9-608C-4411-A904-A8BA5A8BE801}" sibTransId="{A5A8F2C0-A753-4F11-A250-EB5605E08B2A}"/>
    <dgm:cxn modelId="{17E0B708-E506-4439-8DD2-5E2628A0F111}" type="presOf" srcId="{26B13F02-DAE4-4924-BD9B-F2701215A649}" destId="{17FC1171-9CA1-4A85-8B42-C00FBBC3C065}" srcOrd="0" destOrd="1" presId="urn:microsoft.com/office/officeart/2005/8/layout/vList2"/>
    <dgm:cxn modelId="{104ACD1D-A1ED-474E-8F03-5686CD65D375}" type="presOf" srcId="{45940547-6C24-4D34-9A76-CF4AE491195A}" destId="{17FC1171-9CA1-4A85-8B42-C00FBBC3C065}" srcOrd="0" destOrd="3" presId="urn:microsoft.com/office/officeart/2005/8/layout/vList2"/>
    <dgm:cxn modelId="{3DD9DE33-0DF4-4F96-A4BB-A9A908603AEB}" srcId="{1BB844E6-6D8D-47DA-B608-DF215A9F1C41}" destId="{1B266D06-26CD-43BE-B636-43184C6EEA96}" srcOrd="4" destOrd="0" parTransId="{F6F077B8-9A4C-4BE0-91BC-251A8A0185B6}" sibTransId="{3F70114E-EECB-4979-86D1-96F33C55E639}"/>
    <dgm:cxn modelId="{8ADEE837-AE10-4D40-9117-FD676DFB2DD9}" type="presOf" srcId="{1BB844E6-6D8D-47DA-B608-DF215A9F1C41}" destId="{7C83466E-0C46-4EAC-88E9-1FB9B86F585A}" srcOrd="0" destOrd="0" presId="urn:microsoft.com/office/officeart/2005/8/layout/vList2"/>
    <dgm:cxn modelId="{6367F85D-1067-45D5-8371-7055C5733015}" type="presOf" srcId="{D786F177-9054-467A-A73B-9A8E2C23E4D0}" destId="{FFFA8A43-C12A-4411-B5A0-4840D957FA76}" srcOrd="0" destOrd="3" presId="urn:microsoft.com/office/officeart/2005/8/layout/vList2"/>
    <dgm:cxn modelId="{EBDF6041-DF78-475B-BA2E-346540A4EEBB}" type="presOf" srcId="{71C8D4FC-4AF2-48B3-8CAA-8FDD3B41F201}" destId="{17FC1171-9CA1-4A85-8B42-C00FBBC3C065}" srcOrd="0" destOrd="2" presId="urn:microsoft.com/office/officeart/2005/8/layout/vList2"/>
    <dgm:cxn modelId="{815EB66C-0F02-4A64-BD14-D05A90DF3854}" type="presOf" srcId="{1B266D06-26CD-43BE-B636-43184C6EEA96}" destId="{FFFA8A43-C12A-4411-B5A0-4840D957FA76}" srcOrd="0" destOrd="7" presId="urn:microsoft.com/office/officeart/2005/8/layout/vList2"/>
    <dgm:cxn modelId="{192D584F-6A33-44DC-8D32-85121BC09FE0}" type="presOf" srcId="{1A15F620-2FC2-4D99-B714-497A08AE9E97}" destId="{FFFA8A43-C12A-4411-B5A0-4840D957FA76}" srcOrd="0" destOrd="6" presId="urn:microsoft.com/office/officeart/2005/8/layout/vList2"/>
    <dgm:cxn modelId="{073D7150-3443-4CCF-A43E-C4D80295699C}" type="presOf" srcId="{92453C07-D655-4343-B79D-471D5C06215D}" destId="{FFFA8A43-C12A-4411-B5A0-4840D957FA76}" srcOrd="0" destOrd="1" presId="urn:microsoft.com/office/officeart/2005/8/layout/vList2"/>
    <dgm:cxn modelId="{01513355-9572-4936-87B4-3ED1BC7039D3}" srcId="{1BB844E6-6D8D-47DA-B608-DF215A9F1C41}" destId="{92453C07-D655-4343-B79D-471D5C06215D}" srcOrd="1" destOrd="0" parTransId="{D0B903FE-4460-4A54-86A1-433E5DCE8A6E}" sibTransId="{4592B2BB-4204-40A5-805F-5214F7223ADE}"/>
    <dgm:cxn modelId="{1A484B56-4D3C-4211-A456-4F822FDFD745}" srcId="{BF7374C0-D057-4802-8348-9ECFEAE68AFB}" destId="{102940CB-FEA8-48BD-AFE8-C77C234B727F}" srcOrd="0" destOrd="0" parTransId="{6967362B-EC38-46CA-9059-0B500C5ABB82}" sibTransId="{6928D94C-199E-45D6-A39D-3B72B542C01A}"/>
    <dgm:cxn modelId="{4C32EE57-DD4C-4498-BDD5-00504F5F004A}" srcId="{FC6365BE-30C0-4EF3-8B5E-38436288901C}" destId="{C324D5F7-0B62-4405-A3F2-86A3D8EECECC}" srcOrd="1" destOrd="0" parTransId="{66A3C45F-C442-44D2-B223-E6EE86426ADA}" sibTransId="{6C534FC5-85A5-4850-9365-47A05E81CE11}"/>
    <dgm:cxn modelId="{E8292478-CE8E-44E2-8482-19FE737D2816}" type="presOf" srcId="{FC6365BE-30C0-4EF3-8B5E-38436288901C}" destId="{FFFA8A43-C12A-4411-B5A0-4840D957FA76}" srcOrd="0" destOrd="2" presId="urn:microsoft.com/office/officeart/2005/8/layout/vList2"/>
    <dgm:cxn modelId="{5C453078-D687-45E5-BEEB-5FDD5988A0BD}" srcId="{BC71DD30-64AA-4C4C-BCB7-10F9AD0178FD}" destId="{1BB844E6-6D8D-47DA-B608-DF215A9F1C41}" srcOrd="1" destOrd="0" parTransId="{D5D54510-BB20-4722-944A-EEB2C4A19D91}" sibTransId="{1B326DD6-E644-493B-AFEB-1606B4C818CC}"/>
    <dgm:cxn modelId="{56F1DB5A-5F96-4EB7-8C28-026C017F5CF6}" srcId="{BF7374C0-D057-4802-8348-9ECFEAE68AFB}" destId="{71C8D4FC-4AF2-48B3-8CAA-8FDD3B41F201}" srcOrd="2" destOrd="0" parTransId="{ACE86FD8-7D8F-4394-9A41-47525020FBEA}" sibTransId="{781A6BD1-226F-44DF-971D-5202B50BF1CD}"/>
    <dgm:cxn modelId="{69461B7B-EE05-496A-A6C7-404CD59ED386}" srcId="{1BB844E6-6D8D-47DA-B608-DF215A9F1C41}" destId="{7550BCB1-B1B7-4E7C-B666-7D4B014C4644}" srcOrd="5" destOrd="0" parTransId="{2A892C50-B473-4227-AEC9-0151FBD90247}" sibTransId="{2F33F5F0-F70C-4373-B3DE-72E295AE1D50}"/>
    <dgm:cxn modelId="{A8D11E7C-6657-45F5-BFC6-E8D34EABB3EB}" type="presOf" srcId="{5143A5D4-894A-4D50-81B1-3ECE6024E32D}" destId="{FFFA8A43-C12A-4411-B5A0-4840D957FA76}" srcOrd="0" destOrd="5" presId="urn:microsoft.com/office/officeart/2005/8/layout/vList2"/>
    <dgm:cxn modelId="{C6318791-7FC6-4834-B607-FA53714983F7}" type="presOf" srcId="{7550BCB1-B1B7-4E7C-B666-7D4B014C4644}" destId="{FFFA8A43-C12A-4411-B5A0-4840D957FA76}" srcOrd="0" destOrd="8" presId="urn:microsoft.com/office/officeart/2005/8/layout/vList2"/>
    <dgm:cxn modelId="{C262349B-5975-4A11-85F5-A4C05CCB1939}" srcId="{FC6365BE-30C0-4EF3-8B5E-38436288901C}" destId="{5143A5D4-894A-4D50-81B1-3ECE6024E32D}" srcOrd="2" destOrd="0" parTransId="{F28D586C-E803-4B7C-8404-BE89857B6386}" sibTransId="{2E8143D7-0E0E-4648-924C-8D90911DEE66}"/>
    <dgm:cxn modelId="{31931A9E-39BD-4F67-828C-39098C4B1029}" srcId="{BF7374C0-D057-4802-8348-9ECFEAE68AFB}" destId="{45940547-6C24-4D34-9A76-CF4AE491195A}" srcOrd="3" destOrd="0" parTransId="{A58EB876-CC6C-4A9E-96B3-546CF54BADE0}" sibTransId="{628B0B36-3C12-4427-9302-0395A15C2BB2}"/>
    <dgm:cxn modelId="{5A4089A0-5D51-408B-9163-B1888712B8DA}" type="presOf" srcId="{211BA1BA-57FC-4D95-8E74-BD2DFC4D79AA}" destId="{FFFA8A43-C12A-4411-B5A0-4840D957FA76}" srcOrd="0" destOrd="0" presId="urn:microsoft.com/office/officeart/2005/8/layout/vList2"/>
    <dgm:cxn modelId="{2D36ADA8-55C2-4F61-B9BC-27B936095F2F}" srcId="{BC71DD30-64AA-4C4C-BCB7-10F9AD0178FD}" destId="{BF7374C0-D057-4802-8348-9ECFEAE68AFB}" srcOrd="0" destOrd="0" parTransId="{3EBA63EA-E8A2-49D6-A21D-C2E2005A18C3}" sibTransId="{6A112DE2-55F7-4B57-ABF2-5D9808731DE3}"/>
    <dgm:cxn modelId="{84F4FFAD-8B78-4121-9B4E-EB8134643478}" type="presOf" srcId="{BC71DD30-64AA-4C4C-BCB7-10F9AD0178FD}" destId="{CB53F485-3E5A-4E43-842D-B12BB4F39029}" srcOrd="0" destOrd="0" presId="urn:microsoft.com/office/officeart/2005/8/layout/vList2"/>
    <dgm:cxn modelId="{1DFCBCBA-71A0-4779-8BC9-3D0A4B98D1F3}" type="presOf" srcId="{C324D5F7-0B62-4405-A3F2-86A3D8EECECC}" destId="{FFFA8A43-C12A-4411-B5A0-4840D957FA76}" srcOrd="0" destOrd="4" presId="urn:microsoft.com/office/officeart/2005/8/layout/vList2"/>
    <dgm:cxn modelId="{8C6C69BE-A570-49FC-BDB7-88D5E4B6632C}" srcId="{FC6365BE-30C0-4EF3-8B5E-38436288901C}" destId="{D786F177-9054-467A-A73B-9A8E2C23E4D0}" srcOrd="0" destOrd="0" parTransId="{42C5FD4C-69D7-4BCA-AF47-A208E5EE9254}" sibTransId="{129AC00B-005C-458D-8F48-B5AFC5E7A857}"/>
    <dgm:cxn modelId="{DCF60ED5-DF6C-4165-919B-5A088C29962B}" type="presOf" srcId="{102940CB-FEA8-48BD-AFE8-C77C234B727F}" destId="{17FC1171-9CA1-4A85-8B42-C00FBBC3C065}" srcOrd="0" destOrd="0" presId="urn:microsoft.com/office/officeart/2005/8/layout/vList2"/>
    <dgm:cxn modelId="{2F8CE9DB-86C0-4AFC-9643-CA7E1099B4E8}" type="presOf" srcId="{BF7374C0-D057-4802-8348-9ECFEAE68AFB}" destId="{F2D48866-598F-43E7-94BB-3803104EE942}" srcOrd="0" destOrd="0" presId="urn:microsoft.com/office/officeart/2005/8/layout/vList2"/>
    <dgm:cxn modelId="{63B580E8-CB21-48CD-BB0C-1ECCB04A162A}" srcId="{1BB844E6-6D8D-47DA-B608-DF215A9F1C41}" destId="{211BA1BA-57FC-4D95-8E74-BD2DFC4D79AA}" srcOrd="0" destOrd="0" parTransId="{4C206E68-8ACA-415C-8CFC-D15511111F63}" sibTransId="{50E8D152-9AEF-4150-BE7B-897D12988BA0}"/>
    <dgm:cxn modelId="{95CE9FED-EE5D-4F9D-953C-0C0D199ACF88}" srcId="{BF7374C0-D057-4802-8348-9ECFEAE68AFB}" destId="{26B13F02-DAE4-4924-BD9B-F2701215A649}" srcOrd="1" destOrd="0" parTransId="{F6D17DF0-B804-41F3-98D3-7BC4496BA7D4}" sibTransId="{14295510-363B-4BA9-B7FE-1B21065F1A05}"/>
    <dgm:cxn modelId="{B6374EEE-0C58-4642-ACAC-CA1CDD7E6BD6}" srcId="{1BB844E6-6D8D-47DA-B608-DF215A9F1C41}" destId="{FC6365BE-30C0-4EF3-8B5E-38436288901C}" srcOrd="2" destOrd="0" parTransId="{0C465497-00A1-49B8-A773-261D54273933}" sibTransId="{29D0A727-EA07-4DE6-A602-7C78BE23914E}"/>
    <dgm:cxn modelId="{F2924283-0604-417E-A778-14034F2ABCF4}" type="presParOf" srcId="{CB53F485-3E5A-4E43-842D-B12BB4F39029}" destId="{F2D48866-598F-43E7-94BB-3803104EE942}" srcOrd="0" destOrd="0" presId="urn:microsoft.com/office/officeart/2005/8/layout/vList2"/>
    <dgm:cxn modelId="{04E62A96-A6E1-4E56-BCC4-2497AD56B2DA}" type="presParOf" srcId="{CB53F485-3E5A-4E43-842D-B12BB4F39029}" destId="{17FC1171-9CA1-4A85-8B42-C00FBBC3C065}" srcOrd="1" destOrd="0" presId="urn:microsoft.com/office/officeart/2005/8/layout/vList2"/>
    <dgm:cxn modelId="{FBDF9CB9-5726-497D-9FEC-0D008A4A854D}" type="presParOf" srcId="{CB53F485-3E5A-4E43-842D-B12BB4F39029}" destId="{7C83466E-0C46-4EAC-88E9-1FB9B86F585A}" srcOrd="2" destOrd="0" presId="urn:microsoft.com/office/officeart/2005/8/layout/vList2"/>
    <dgm:cxn modelId="{6A92772C-1084-4DCA-A968-D5ACC8CA1CA5}" type="presParOf" srcId="{CB53F485-3E5A-4E43-842D-B12BB4F39029}" destId="{FFFA8A43-C12A-4411-B5A0-4840D957FA7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46B60C-69A9-4BF8-AB52-4A8BEA78E416}">
      <dsp:nvSpPr>
        <dsp:cNvPr id="0" name=""/>
        <dsp:cNvSpPr/>
      </dsp:nvSpPr>
      <dsp:spPr>
        <a:xfrm>
          <a:off x="0" y="44100"/>
          <a:ext cx="8229600" cy="14671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rtl="0">
            <a:lnSpc>
              <a:spcPct val="90000"/>
            </a:lnSpc>
            <a:spcBef>
              <a:spcPct val="0"/>
            </a:spcBef>
            <a:spcAft>
              <a:spcPct val="35000"/>
            </a:spcAft>
            <a:buNone/>
          </a:pPr>
          <a:r>
            <a:rPr lang="en-US" sz="3800" kern="1200" dirty="0"/>
            <a:t>In general, modeling is used for systems with some sort of </a:t>
          </a:r>
          <a:r>
            <a:rPr lang="en-US" sz="3800" b="1" kern="1200" dirty="0">
              <a:solidFill>
                <a:srgbClr val="C00000"/>
              </a:solidFill>
            </a:rPr>
            <a:t>uncertainty</a:t>
          </a:r>
        </a:p>
      </dsp:txBody>
      <dsp:txXfrm>
        <a:off x="71622" y="115722"/>
        <a:ext cx="8086356" cy="1323936"/>
      </dsp:txXfrm>
    </dsp:sp>
    <dsp:sp modelId="{18B16FFF-1451-493C-AFBE-2D50EBFE04A7}">
      <dsp:nvSpPr>
        <dsp:cNvPr id="0" name=""/>
        <dsp:cNvSpPr/>
      </dsp:nvSpPr>
      <dsp:spPr>
        <a:xfrm>
          <a:off x="0" y="1511280"/>
          <a:ext cx="8229600" cy="3382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48260" rIns="270256" bIns="48260" numCol="1" spcCol="1270" anchor="t" anchorCtr="0">
          <a:noAutofit/>
        </a:bodyPr>
        <a:lstStyle/>
        <a:p>
          <a:pPr marL="285750" lvl="1" indent="-285750" algn="l" defTabSz="1333500" rtl="0">
            <a:lnSpc>
              <a:spcPct val="90000"/>
            </a:lnSpc>
            <a:spcBef>
              <a:spcPct val="0"/>
            </a:spcBef>
            <a:spcAft>
              <a:spcPct val="20000"/>
            </a:spcAft>
            <a:buChar char="•"/>
          </a:pPr>
          <a:r>
            <a:rPr lang="en-US" sz="3000" kern="1200" dirty="0"/>
            <a:t>Waiting time in a restaurant/airport</a:t>
          </a:r>
        </a:p>
        <a:p>
          <a:pPr marL="285750" lvl="1" indent="-285750" algn="l" defTabSz="1333500" rtl="0">
            <a:lnSpc>
              <a:spcPct val="90000"/>
            </a:lnSpc>
            <a:spcBef>
              <a:spcPct val="0"/>
            </a:spcBef>
            <a:spcAft>
              <a:spcPct val="20000"/>
            </a:spcAft>
            <a:buChar char="•"/>
          </a:pPr>
          <a:r>
            <a:rPr lang="en-US" sz="3000" kern="1200" dirty="0"/>
            <a:t>Time to go from home to the University </a:t>
          </a:r>
        </a:p>
        <a:p>
          <a:pPr marL="285750" lvl="1" indent="-285750" algn="l" defTabSz="1333500" rtl="0">
            <a:lnSpc>
              <a:spcPct val="90000"/>
            </a:lnSpc>
            <a:spcBef>
              <a:spcPct val="0"/>
            </a:spcBef>
            <a:spcAft>
              <a:spcPct val="20000"/>
            </a:spcAft>
            <a:buChar char="•"/>
          </a:pPr>
          <a:r>
            <a:rPr lang="en-US" sz="3000" kern="1200" dirty="0"/>
            <a:t>Response time and Throughput of a web server</a:t>
          </a:r>
        </a:p>
        <a:p>
          <a:pPr marL="285750" lvl="1" indent="-285750" algn="l" defTabSz="1333500" rtl="0">
            <a:lnSpc>
              <a:spcPct val="90000"/>
            </a:lnSpc>
            <a:spcBef>
              <a:spcPct val="0"/>
            </a:spcBef>
            <a:spcAft>
              <a:spcPct val="20000"/>
            </a:spcAft>
            <a:buChar char="•"/>
          </a:pPr>
          <a:r>
            <a:rPr lang="en-US" sz="3000" kern="1200" dirty="0"/>
            <a:t>The productivity of manufacturing systems</a:t>
          </a:r>
        </a:p>
        <a:p>
          <a:pPr marL="285750" lvl="1" indent="-285750" algn="l" defTabSz="1333500" rtl="0">
            <a:lnSpc>
              <a:spcPct val="90000"/>
            </a:lnSpc>
            <a:spcBef>
              <a:spcPct val="0"/>
            </a:spcBef>
            <a:spcAft>
              <a:spcPct val="20000"/>
            </a:spcAft>
            <a:buChar char="•"/>
          </a:pPr>
          <a:r>
            <a:rPr lang="en-US" sz="3000" kern="1200" dirty="0"/>
            <a:t>Design of multi-processor machine</a:t>
          </a:r>
        </a:p>
        <a:p>
          <a:pPr marL="285750" lvl="1" indent="-285750" algn="l" defTabSz="1333500" rtl="0">
            <a:lnSpc>
              <a:spcPct val="90000"/>
            </a:lnSpc>
            <a:spcBef>
              <a:spcPct val="0"/>
            </a:spcBef>
            <a:spcAft>
              <a:spcPct val="20000"/>
            </a:spcAft>
            <a:buChar char="•"/>
          </a:pPr>
          <a:r>
            <a:rPr lang="en-US" sz="3000" kern="1200" dirty="0"/>
            <a:t>Performance of MAC protocols (e.g. CSMA/CA)</a:t>
          </a:r>
        </a:p>
      </dsp:txBody>
      <dsp:txXfrm>
        <a:off x="0" y="1511280"/>
        <a:ext cx="8229600" cy="33823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9107F9-56CD-49CB-A715-C4F00ABDC934}">
      <dsp:nvSpPr>
        <dsp:cNvPr id="0" name=""/>
        <dsp:cNvSpPr/>
      </dsp:nvSpPr>
      <dsp:spPr>
        <a:xfrm>
          <a:off x="0" y="743786"/>
          <a:ext cx="8669338" cy="538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t>Simulation is not used when a suitable mathematical model exists</a:t>
          </a:r>
        </a:p>
      </dsp:txBody>
      <dsp:txXfrm>
        <a:off x="26273" y="770059"/>
        <a:ext cx="8616792" cy="485654"/>
      </dsp:txXfrm>
    </dsp:sp>
    <dsp:sp modelId="{84F3956E-952A-44AB-899B-1AA267D052C5}">
      <dsp:nvSpPr>
        <dsp:cNvPr id="0" name=""/>
        <dsp:cNvSpPr/>
      </dsp:nvSpPr>
      <dsp:spPr>
        <a:xfrm>
          <a:off x="0" y="1348226"/>
          <a:ext cx="8669338" cy="538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t>Simulations are often complex error-prone pieces of software</a:t>
          </a:r>
        </a:p>
      </dsp:txBody>
      <dsp:txXfrm>
        <a:off x="26273" y="1374499"/>
        <a:ext cx="8616792" cy="485654"/>
      </dsp:txXfrm>
    </dsp:sp>
    <dsp:sp modelId="{467196E7-FFF7-4A21-AC9D-8146CA5CC690}">
      <dsp:nvSpPr>
        <dsp:cNvPr id="0" name=""/>
        <dsp:cNvSpPr/>
      </dsp:nvSpPr>
      <dsp:spPr>
        <a:xfrm>
          <a:off x="0" y="1952666"/>
          <a:ext cx="8669338" cy="538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t>Simulation only produce approximate answers</a:t>
          </a:r>
        </a:p>
      </dsp:txBody>
      <dsp:txXfrm>
        <a:off x="26273" y="1978939"/>
        <a:ext cx="8616792" cy="485654"/>
      </dsp:txXfrm>
    </dsp:sp>
    <dsp:sp modelId="{617DE13D-8C2C-4AAB-9A53-9046DF00F980}">
      <dsp:nvSpPr>
        <dsp:cNvPr id="0" name=""/>
        <dsp:cNvSpPr/>
      </dsp:nvSpPr>
      <dsp:spPr>
        <a:xfrm>
          <a:off x="0" y="2557106"/>
          <a:ext cx="8669338" cy="538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t>Simulation can take a LONG time to execute</a:t>
          </a:r>
        </a:p>
      </dsp:txBody>
      <dsp:txXfrm>
        <a:off x="26273" y="2583379"/>
        <a:ext cx="8616792" cy="485654"/>
      </dsp:txXfrm>
    </dsp:sp>
    <dsp:sp modelId="{FFF12AC4-4BE0-4456-8685-58D3B9F406F1}">
      <dsp:nvSpPr>
        <dsp:cNvPr id="0" name=""/>
        <dsp:cNvSpPr/>
      </dsp:nvSpPr>
      <dsp:spPr>
        <a:xfrm>
          <a:off x="0" y="3161546"/>
          <a:ext cx="8669338" cy="538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t>Mathematical models are less flexible, but they are exact and efficient</a:t>
          </a:r>
        </a:p>
      </dsp:txBody>
      <dsp:txXfrm>
        <a:off x="26273" y="3187819"/>
        <a:ext cx="8616792" cy="485654"/>
      </dsp:txXfrm>
    </dsp:sp>
    <dsp:sp modelId="{2D12BC2F-B3B4-4B4A-B575-EF8655249309}">
      <dsp:nvSpPr>
        <dsp:cNvPr id="0" name=""/>
        <dsp:cNvSpPr/>
      </dsp:nvSpPr>
      <dsp:spPr>
        <a:xfrm>
          <a:off x="0" y="3699746"/>
          <a:ext cx="8669338"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5251" tIns="29210" rIns="163576" bIns="29210" numCol="1" spcCol="1270" anchor="t" anchorCtr="0">
          <a:noAutofit/>
        </a:bodyPr>
        <a:lstStyle/>
        <a:p>
          <a:pPr marL="171450" lvl="1" indent="-171450" algn="l" defTabSz="800100" rtl="0">
            <a:lnSpc>
              <a:spcPct val="90000"/>
            </a:lnSpc>
            <a:spcBef>
              <a:spcPct val="0"/>
            </a:spcBef>
            <a:spcAft>
              <a:spcPct val="20000"/>
            </a:spcAft>
            <a:buChar char="•"/>
          </a:pPr>
          <a:r>
            <a:rPr lang="en-US" sz="1800" b="1" kern="1200" dirty="0"/>
            <a:t>The problem is what model represents better the real world?</a:t>
          </a:r>
          <a:endParaRPr lang="en-US" sz="1800" kern="1200" dirty="0"/>
        </a:p>
      </dsp:txBody>
      <dsp:txXfrm>
        <a:off x="0" y="3699746"/>
        <a:ext cx="8669338" cy="3808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E9ACC-7662-4A18-AB99-E641B8A5645C}">
      <dsp:nvSpPr>
        <dsp:cNvPr id="0" name=""/>
        <dsp:cNvSpPr/>
      </dsp:nvSpPr>
      <dsp:spPr>
        <a:xfrm>
          <a:off x="40" y="8574"/>
          <a:ext cx="3845569" cy="153822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rtl="0">
            <a:lnSpc>
              <a:spcPct val="90000"/>
            </a:lnSpc>
            <a:spcBef>
              <a:spcPct val="0"/>
            </a:spcBef>
            <a:spcAft>
              <a:spcPct val="35000"/>
            </a:spcAft>
            <a:buNone/>
          </a:pPr>
          <a:r>
            <a:rPr lang="en-US" sz="2800" kern="1200" noProof="0"/>
            <a:t>Dynamic Models</a:t>
          </a:r>
        </a:p>
      </dsp:txBody>
      <dsp:txXfrm>
        <a:off x="40" y="8574"/>
        <a:ext cx="3845569" cy="1538227"/>
      </dsp:txXfrm>
    </dsp:sp>
    <dsp:sp modelId="{8FA8C80A-505C-4B16-982B-184AB592F1B3}">
      <dsp:nvSpPr>
        <dsp:cNvPr id="0" name=""/>
        <dsp:cNvSpPr/>
      </dsp:nvSpPr>
      <dsp:spPr>
        <a:xfrm>
          <a:off x="40" y="1546801"/>
          <a:ext cx="3845569" cy="281088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kern="1200" noProof="0" dirty="0"/>
            <a:t>Represents a system as it evolves over time</a:t>
          </a:r>
        </a:p>
        <a:p>
          <a:pPr marL="285750" lvl="1" indent="-285750" algn="l" defTabSz="1244600" rtl="0">
            <a:lnSpc>
              <a:spcPct val="90000"/>
            </a:lnSpc>
            <a:spcBef>
              <a:spcPct val="0"/>
            </a:spcBef>
            <a:spcAft>
              <a:spcPct val="15000"/>
            </a:spcAft>
            <a:buChar char="•"/>
          </a:pPr>
          <a:r>
            <a:rPr lang="fr-FR" sz="2800" kern="1200" noProof="0" dirty="0" err="1"/>
            <a:t>Example</a:t>
          </a:r>
          <a:r>
            <a:rPr lang="fr-FR" sz="2800" kern="1200" noProof="0" dirty="0"/>
            <a:t>: Cars </a:t>
          </a:r>
          <a:r>
            <a:rPr lang="fr-FR" sz="2800" kern="1200" noProof="0" dirty="0" err="1"/>
            <a:t>arriving</a:t>
          </a:r>
          <a:r>
            <a:rPr lang="fr-FR" sz="2800" kern="1200" noProof="0" dirty="0"/>
            <a:t> to a parking</a:t>
          </a:r>
          <a:endParaRPr lang="en-US" sz="2800" kern="1200" noProof="0" dirty="0"/>
        </a:p>
      </dsp:txBody>
      <dsp:txXfrm>
        <a:off x="40" y="1546801"/>
        <a:ext cx="3845569" cy="2810880"/>
      </dsp:txXfrm>
    </dsp:sp>
    <dsp:sp modelId="{86FE52C9-B4BB-49D0-9BBD-7165BE33FC9A}">
      <dsp:nvSpPr>
        <dsp:cNvPr id="0" name=""/>
        <dsp:cNvSpPr/>
      </dsp:nvSpPr>
      <dsp:spPr>
        <a:xfrm>
          <a:off x="4383989" y="8574"/>
          <a:ext cx="3845569" cy="153822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rtl="0">
            <a:lnSpc>
              <a:spcPct val="90000"/>
            </a:lnSpc>
            <a:spcBef>
              <a:spcPct val="0"/>
            </a:spcBef>
            <a:spcAft>
              <a:spcPct val="35000"/>
            </a:spcAft>
            <a:buNone/>
          </a:pPr>
          <a:r>
            <a:rPr lang="en-US" sz="2800" kern="1200" noProof="0" dirty="0"/>
            <a:t>Static Models</a:t>
          </a:r>
        </a:p>
      </dsp:txBody>
      <dsp:txXfrm>
        <a:off x="4383989" y="8574"/>
        <a:ext cx="3845569" cy="1538227"/>
      </dsp:txXfrm>
    </dsp:sp>
    <dsp:sp modelId="{807AF8D7-E4DA-4479-8821-A0CC853C2C6A}">
      <dsp:nvSpPr>
        <dsp:cNvPr id="0" name=""/>
        <dsp:cNvSpPr/>
      </dsp:nvSpPr>
      <dsp:spPr>
        <a:xfrm>
          <a:off x="4383989" y="1546801"/>
          <a:ext cx="3845569" cy="281088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kern="1200" noProof="0"/>
            <a:t>Time plays no role</a:t>
          </a:r>
        </a:p>
        <a:p>
          <a:pPr marL="285750" lvl="1" indent="-285750" algn="l" defTabSz="1244600" rtl="0">
            <a:lnSpc>
              <a:spcPct val="90000"/>
            </a:lnSpc>
            <a:spcBef>
              <a:spcPct val="0"/>
            </a:spcBef>
            <a:spcAft>
              <a:spcPct val="15000"/>
            </a:spcAft>
            <a:buChar char="•"/>
          </a:pPr>
          <a:r>
            <a:rPr lang="en-US" sz="2800" kern="1200" noProof="0" dirty="0"/>
            <a:t>Represents the system at a particular point in time</a:t>
          </a:r>
        </a:p>
        <a:p>
          <a:pPr marL="285750" lvl="1" indent="-285750" algn="l" defTabSz="1244600" rtl="0">
            <a:lnSpc>
              <a:spcPct val="90000"/>
            </a:lnSpc>
            <a:spcBef>
              <a:spcPct val="0"/>
            </a:spcBef>
            <a:spcAft>
              <a:spcPct val="15000"/>
            </a:spcAft>
            <a:buChar char="•"/>
          </a:pPr>
          <a:r>
            <a:rPr lang="en-US" sz="2800" kern="1200" noProof="0" dirty="0"/>
            <a:t>Example: </a:t>
          </a:r>
          <a:r>
            <a:rPr lang="en-US" sz="2800" kern="1200" noProof="0" dirty="0" err="1"/>
            <a:t>Monté</a:t>
          </a:r>
          <a:r>
            <a:rPr lang="en-US" sz="2800" kern="1200" noProof="0" dirty="0"/>
            <a:t> Carlo Method</a:t>
          </a:r>
        </a:p>
      </dsp:txBody>
      <dsp:txXfrm>
        <a:off x="4383989" y="1546801"/>
        <a:ext cx="3845569" cy="2810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C7BF6-F552-4797-9E27-417AC781FA96}">
      <dsp:nvSpPr>
        <dsp:cNvPr id="0" name=""/>
        <dsp:cNvSpPr/>
      </dsp:nvSpPr>
      <dsp:spPr>
        <a:xfrm>
          <a:off x="40" y="23727"/>
          <a:ext cx="3845569" cy="107432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rtl="0">
            <a:lnSpc>
              <a:spcPct val="90000"/>
            </a:lnSpc>
            <a:spcBef>
              <a:spcPct val="0"/>
            </a:spcBef>
            <a:spcAft>
              <a:spcPct val="35000"/>
            </a:spcAft>
            <a:buNone/>
          </a:pPr>
          <a:r>
            <a:rPr lang="en-US" sz="3100" kern="1200" noProof="0"/>
            <a:t>Deterministic Models</a:t>
          </a:r>
        </a:p>
      </dsp:txBody>
      <dsp:txXfrm>
        <a:off x="40" y="23727"/>
        <a:ext cx="3845569" cy="1074326"/>
      </dsp:txXfrm>
    </dsp:sp>
    <dsp:sp modelId="{737CF298-ED5B-4B2F-B9F3-2FC12AF5EABF}">
      <dsp:nvSpPr>
        <dsp:cNvPr id="0" name=""/>
        <dsp:cNvSpPr/>
      </dsp:nvSpPr>
      <dsp:spPr>
        <a:xfrm>
          <a:off x="40" y="1098053"/>
          <a:ext cx="3845569" cy="381597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rtl="0">
            <a:lnSpc>
              <a:spcPct val="90000"/>
            </a:lnSpc>
            <a:spcBef>
              <a:spcPct val="0"/>
            </a:spcBef>
            <a:spcAft>
              <a:spcPct val="15000"/>
            </a:spcAft>
            <a:buChar char="•"/>
          </a:pPr>
          <a:r>
            <a:rPr lang="en-US" sz="3100" kern="1200" noProof="0" dirty="0"/>
            <a:t>No probabilistic component in the system</a:t>
          </a:r>
        </a:p>
        <a:p>
          <a:pPr marL="285750" lvl="1" indent="-285750" algn="l" defTabSz="1377950" rtl="0">
            <a:lnSpc>
              <a:spcPct val="90000"/>
            </a:lnSpc>
            <a:spcBef>
              <a:spcPct val="0"/>
            </a:spcBef>
            <a:spcAft>
              <a:spcPct val="15000"/>
            </a:spcAft>
            <a:buChar char="•"/>
          </a:pPr>
          <a:r>
            <a:rPr lang="en-US" sz="3100" kern="1200" noProof="0"/>
            <a:t>Example: Worst-Case Analysis of the system</a:t>
          </a:r>
        </a:p>
      </dsp:txBody>
      <dsp:txXfrm>
        <a:off x="40" y="1098053"/>
        <a:ext cx="3845569" cy="3815978"/>
      </dsp:txXfrm>
    </dsp:sp>
    <dsp:sp modelId="{B07E6900-FC94-4DA6-8CA9-1F5E64BD96D1}">
      <dsp:nvSpPr>
        <dsp:cNvPr id="0" name=""/>
        <dsp:cNvSpPr/>
      </dsp:nvSpPr>
      <dsp:spPr>
        <a:xfrm>
          <a:off x="4383989" y="23727"/>
          <a:ext cx="3845569" cy="107432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rtl="0">
            <a:lnSpc>
              <a:spcPct val="90000"/>
            </a:lnSpc>
            <a:spcBef>
              <a:spcPct val="0"/>
            </a:spcBef>
            <a:spcAft>
              <a:spcPct val="35000"/>
            </a:spcAft>
            <a:buNone/>
          </a:pPr>
          <a:r>
            <a:rPr lang="en-US" sz="3100" kern="1200" noProof="0"/>
            <a:t>Stochastic Models</a:t>
          </a:r>
        </a:p>
      </dsp:txBody>
      <dsp:txXfrm>
        <a:off x="4383989" y="23727"/>
        <a:ext cx="3845569" cy="1074326"/>
      </dsp:txXfrm>
    </dsp:sp>
    <dsp:sp modelId="{EF384ED8-DCF4-42F2-8659-637A9CFEEDE3}">
      <dsp:nvSpPr>
        <dsp:cNvPr id="0" name=""/>
        <dsp:cNvSpPr/>
      </dsp:nvSpPr>
      <dsp:spPr>
        <a:xfrm>
          <a:off x="4383989" y="1098053"/>
          <a:ext cx="3845569" cy="381597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rtl="0">
            <a:lnSpc>
              <a:spcPct val="90000"/>
            </a:lnSpc>
            <a:spcBef>
              <a:spcPct val="0"/>
            </a:spcBef>
            <a:spcAft>
              <a:spcPct val="15000"/>
            </a:spcAft>
            <a:buChar char="•"/>
          </a:pPr>
          <a:r>
            <a:rPr lang="en-US" sz="3100" kern="1200" noProof="0" dirty="0"/>
            <a:t>Some components of the system has a </a:t>
          </a:r>
          <a:r>
            <a:rPr lang="en-US" sz="3100" kern="1200" noProof="0" dirty="0" err="1"/>
            <a:t>probablistic</a:t>
          </a:r>
          <a:r>
            <a:rPr lang="en-US" sz="3100" kern="1200" noProof="0" dirty="0"/>
            <a:t> behavior (Random variable,  event probability)</a:t>
          </a:r>
        </a:p>
        <a:p>
          <a:pPr marL="285750" lvl="1" indent="-285750" algn="l" defTabSz="1377950" rtl="0">
            <a:lnSpc>
              <a:spcPct val="90000"/>
            </a:lnSpc>
            <a:spcBef>
              <a:spcPct val="0"/>
            </a:spcBef>
            <a:spcAft>
              <a:spcPct val="15000"/>
            </a:spcAft>
            <a:buChar char="•"/>
          </a:pPr>
          <a:r>
            <a:rPr lang="en-US" sz="3100" kern="1200" noProof="0" dirty="0"/>
            <a:t>Example: </a:t>
          </a:r>
          <a:r>
            <a:rPr lang="en-US" sz="3100" kern="1200" noProof="0" dirty="0" err="1"/>
            <a:t>Queueing</a:t>
          </a:r>
          <a:r>
            <a:rPr lang="en-US" sz="3100" kern="1200" noProof="0" dirty="0"/>
            <a:t> systems</a:t>
          </a:r>
        </a:p>
      </dsp:txBody>
      <dsp:txXfrm>
        <a:off x="4383989" y="1098053"/>
        <a:ext cx="3845569" cy="38159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C7BF6-F552-4797-9E27-417AC781FA96}">
      <dsp:nvSpPr>
        <dsp:cNvPr id="0" name=""/>
        <dsp:cNvSpPr/>
      </dsp:nvSpPr>
      <dsp:spPr>
        <a:xfrm>
          <a:off x="27" y="47360"/>
          <a:ext cx="2637171" cy="79731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rtl="0">
            <a:lnSpc>
              <a:spcPct val="90000"/>
            </a:lnSpc>
            <a:spcBef>
              <a:spcPct val="0"/>
            </a:spcBef>
            <a:spcAft>
              <a:spcPct val="35000"/>
            </a:spcAft>
            <a:buNone/>
          </a:pPr>
          <a:r>
            <a:rPr lang="en-US" sz="2300" kern="1200" noProof="0" dirty="0"/>
            <a:t>Continuous Models</a:t>
          </a:r>
        </a:p>
      </dsp:txBody>
      <dsp:txXfrm>
        <a:off x="27" y="47360"/>
        <a:ext cx="2637171" cy="797311"/>
      </dsp:txXfrm>
    </dsp:sp>
    <dsp:sp modelId="{737CF298-ED5B-4B2F-B9F3-2FC12AF5EABF}">
      <dsp:nvSpPr>
        <dsp:cNvPr id="0" name=""/>
        <dsp:cNvSpPr/>
      </dsp:nvSpPr>
      <dsp:spPr>
        <a:xfrm>
          <a:off x="27" y="844671"/>
          <a:ext cx="2637171" cy="18940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en-US" sz="2300" kern="1200" noProof="0"/>
            <a:t>The state of the system changes continuously  </a:t>
          </a:r>
          <a:endParaRPr lang="en-US" sz="2300" kern="1200" noProof="0" dirty="0"/>
        </a:p>
        <a:p>
          <a:pPr marL="228600" lvl="1" indent="-228600" algn="l" defTabSz="1022350">
            <a:lnSpc>
              <a:spcPct val="90000"/>
            </a:lnSpc>
            <a:spcBef>
              <a:spcPct val="0"/>
            </a:spcBef>
            <a:spcAft>
              <a:spcPct val="15000"/>
            </a:spcAft>
            <a:buChar char="•"/>
          </a:pPr>
          <a:r>
            <a:rPr lang="en-US" sz="2300" kern="1200" noProof="0" dirty="0"/>
            <a:t>(e.g., chemical processes)</a:t>
          </a:r>
        </a:p>
      </dsp:txBody>
      <dsp:txXfrm>
        <a:off x="27" y="844671"/>
        <a:ext cx="2637171" cy="1894050"/>
      </dsp:txXfrm>
    </dsp:sp>
    <dsp:sp modelId="{B07E6900-FC94-4DA6-8CA9-1F5E64BD96D1}">
      <dsp:nvSpPr>
        <dsp:cNvPr id="0" name=""/>
        <dsp:cNvSpPr/>
      </dsp:nvSpPr>
      <dsp:spPr>
        <a:xfrm>
          <a:off x="3006403" y="47360"/>
          <a:ext cx="2637171" cy="79731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rtl="0">
            <a:lnSpc>
              <a:spcPct val="90000"/>
            </a:lnSpc>
            <a:spcBef>
              <a:spcPct val="0"/>
            </a:spcBef>
            <a:spcAft>
              <a:spcPct val="35000"/>
            </a:spcAft>
            <a:buNone/>
          </a:pPr>
          <a:r>
            <a:rPr lang="en-US" sz="2300" kern="1200" noProof="0" dirty="0"/>
            <a:t>Discrete Models</a:t>
          </a:r>
        </a:p>
      </dsp:txBody>
      <dsp:txXfrm>
        <a:off x="3006403" y="47360"/>
        <a:ext cx="2637171" cy="797311"/>
      </dsp:txXfrm>
    </dsp:sp>
    <dsp:sp modelId="{EF384ED8-DCF4-42F2-8659-637A9CFEEDE3}">
      <dsp:nvSpPr>
        <dsp:cNvPr id="0" name=""/>
        <dsp:cNvSpPr/>
      </dsp:nvSpPr>
      <dsp:spPr>
        <a:xfrm>
          <a:off x="3006403" y="844671"/>
          <a:ext cx="2637171" cy="189405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en-US" sz="2300" kern="1200" noProof="0" dirty="0"/>
            <a:t>The state of the system changes only at discrete points in time.</a:t>
          </a:r>
        </a:p>
      </dsp:txBody>
      <dsp:txXfrm>
        <a:off x="3006403" y="844671"/>
        <a:ext cx="2637171" cy="18940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E34F8-31B3-4452-AE50-72E5D9DAA3A5}">
      <dsp:nvSpPr>
        <dsp:cNvPr id="0" name=""/>
        <dsp:cNvSpPr/>
      </dsp:nvSpPr>
      <dsp:spPr>
        <a:xfrm>
          <a:off x="0" y="47137"/>
          <a:ext cx="8548687" cy="7020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rtl="0">
            <a:lnSpc>
              <a:spcPct val="90000"/>
            </a:lnSpc>
            <a:spcBef>
              <a:spcPct val="0"/>
            </a:spcBef>
            <a:spcAft>
              <a:spcPct val="35000"/>
            </a:spcAft>
            <a:buNone/>
          </a:pPr>
          <a:r>
            <a:rPr lang="en-US" sz="3000" b="1" kern="1200" dirty="0"/>
            <a:t>Determine Goals and Objectives</a:t>
          </a:r>
          <a:endParaRPr lang="en-US" sz="3000" kern="1200" dirty="0"/>
        </a:p>
      </dsp:txBody>
      <dsp:txXfrm>
        <a:off x="34269" y="81406"/>
        <a:ext cx="8480149" cy="633462"/>
      </dsp:txXfrm>
    </dsp:sp>
    <dsp:sp modelId="{09571DD1-6446-47E3-8382-9A0BF114263F}">
      <dsp:nvSpPr>
        <dsp:cNvPr id="0" name=""/>
        <dsp:cNvSpPr/>
      </dsp:nvSpPr>
      <dsp:spPr>
        <a:xfrm>
          <a:off x="0" y="749137"/>
          <a:ext cx="8548687" cy="189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1421" tIns="38100" rIns="213360" bIns="38100" numCol="1" spcCol="1270" anchor="t" anchorCtr="0">
          <a:noAutofit/>
        </a:bodyPr>
        <a:lstStyle/>
        <a:p>
          <a:pPr marL="228600" lvl="1" indent="-228600" algn="l" defTabSz="1022350" rtl="0">
            <a:lnSpc>
              <a:spcPct val="90000"/>
            </a:lnSpc>
            <a:spcBef>
              <a:spcPct val="0"/>
            </a:spcBef>
            <a:spcAft>
              <a:spcPct val="20000"/>
            </a:spcAft>
            <a:buChar char="•"/>
          </a:pPr>
          <a:r>
            <a:rPr lang="en-US" sz="2300" kern="1200" dirty="0"/>
            <a:t>What do you  want to do with the model?</a:t>
          </a:r>
        </a:p>
        <a:p>
          <a:pPr marL="457200" lvl="2" indent="-228600" algn="l" defTabSz="1022350" rtl="0">
            <a:lnSpc>
              <a:spcPct val="90000"/>
            </a:lnSpc>
            <a:spcBef>
              <a:spcPct val="0"/>
            </a:spcBef>
            <a:spcAft>
              <a:spcPct val="20000"/>
            </a:spcAft>
            <a:buChar char="•"/>
          </a:pPr>
          <a:r>
            <a:rPr lang="en-US" sz="2300" kern="1200" dirty="0"/>
            <a:t>It may be an end in itself</a:t>
          </a:r>
        </a:p>
        <a:p>
          <a:pPr marL="457200" lvl="2" indent="-228600" algn="l" defTabSz="1022350" rtl="0">
            <a:lnSpc>
              <a:spcPct val="90000"/>
            </a:lnSpc>
            <a:spcBef>
              <a:spcPct val="0"/>
            </a:spcBef>
            <a:spcAft>
              <a:spcPct val="20000"/>
            </a:spcAft>
            <a:buChar char="•"/>
          </a:pPr>
          <a:r>
            <a:rPr lang="en-US" sz="2300" kern="1200" dirty="0"/>
            <a:t>More often, it is a means to an end</a:t>
          </a:r>
        </a:p>
        <a:p>
          <a:pPr marL="228600" lvl="1" indent="-228600" algn="l" defTabSz="1022350" rtl="0">
            <a:lnSpc>
              <a:spcPct val="90000"/>
            </a:lnSpc>
            <a:spcBef>
              <a:spcPct val="0"/>
            </a:spcBef>
            <a:spcAft>
              <a:spcPct val="20000"/>
            </a:spcAft>
            <a:buChar char="•"/>
          </a:pPr>
          <a:r>
            <a:rPr lang="en-US" sz="2300" kern="1200" dirty="0"/>
            <a:t>Goals may not be known when you start the project!</a:t>
          </a:r>
        </a:p>
        <a:p>
          <a:pPr marL="228600" lvl="1" indent="-228600" algn="l" defTabSz="1022350" rtl="0">
            <a:lnSpc>
              <a:spcPct val="90000"/>
            </a:lnSpc>
            <a:spcBef>
              <a:spcPct val="0"/>
            </a:spcBef>
            <a:spcAft>
              <a:spcPct val="20000"/>
            </a:spcAft>
            <a:buChar char="•"/>
          </a:pPr>
          <a:r>
            <a:rPr lang="en-US" sz="2300" kern="1200" dirty="0"/>
            <a:t>One often learns things along the way</a:t>
          </a:r>
        </a:p>
      </dsp:txBody>
      <dsp:txXfrm>
        <a:off x="0" y="749137"/>
        <a:ext cx="8548687" cy="1894050"/>
      </dsp:txXfrm>
    </dsp:sp>
    <dsp:sp modelId="{0D4541DE-0869-47C1-8581-56485B355362}">
      <dsp:nvSpPr>
        <dsp:cNvPr id="0" name=""/>
        <dsp:cNvSpPr/>
      </dsp:nvSpPr>
      <dsp:spPr>
        <a:xfrm>
          <a:off x="0" y="2643187"/>
          <a:ext cx="8548687" cy="7020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rtl="0">
            <a:lnSpc>
              <a:spcPct val="90000"/>
            </a:lnSpc>
            <a:spcBef>
              <a:spcPct val="0"/>
            </a:spcBef>
            <a:spcAft>
              <a:spcPct val="35000"/>
            </a:spcAft>
            <a:buNone/>
          </a:pPr>
          <a:r>
            <a:rPr lang="en-US" sz="3000" b="1" kern="1200" dirty="0"/>
            <a:t>Develop Conceptual Model</a:t>
          </a:r>
          <a:endParaRPr lang="en-US" sz="3000" kern="1200" dirty="0"/>
        </a:p>
      </dsp:txBody>
      <dsp:txXfrm>
        <a:off x="34269" y="2677456"/>
        <a:ext cx="8480149" cy="633462"/>
      </dsp:txXfrm>
    </dsp:sp>
    <dsp:sp modelId="{83153F78-C9B5-4AF6-955C-7157C161547E}">
      <dsp:nvSpPr>
        <dsp:cNvPr id="0" name=""/>
        <dsp:cNvSpPr/>
      </dsp:nvSpPr>
      <dsp:spPr>
        <a:xfrm>
          <a:off x="0" y="3345187"/>
          <a:ext cx="8548687" cy="1894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1421" tIns="38100" rIns="213360" bIns="38100" numCol="1" spcCol="1270" anchor="t" anchorCtr="0">
          <a:noAutofit/>
        </a:bodyPr>
        <a:lstStyle/>
        <a:p>
          <a:pPr marL="228600" lvl="1" indent="-228600" algn="l" defTabSz="1022350" rtl="0">
            <a:lnSpc>
              <a:spcPct val="90000"/>
            </a:lnSpc>
            <a:spcBef>
              <a:spcPct val="0"/>
            </a:spcBef>
            <a:spcAft>
              <a:spcPct val="20000"/>
            </a:spcAft>
            <a:buChar char="•"/>
          </a:pPr>
          <a:r>
            <a:rPr lang="en-US" sz="2300" kern="1200" dirty="0"/>
            <a:t>An abstract representation of the system</a:t>
          </a:r>
        </a:p>
        <a:p>
          <a:pPr marL="457200" lvl="2" indent="-228600" algn="l" defTabSz="1022350" rtl="0">
            <a:lnSpc>
              <a:spcPct val="90000"/>
            </a:lnSpc>
            <a:spcBef>
              <a:spcPct val="0"/>
            </a:spcBef>
            <a:spcAft>
              <a:spcPct val="20000"/>
            </a:spcAft>
            <a:buChar char="•"/>
          </a:pPr>
          <a:r>
            <a:rPr lang="en-US" sz="2300" kern="1200" dirty="0"/>
            <a:t>What should be included in model?  What can be left out?</a:t>
          </a:r>
        </a:p>
        <a:p>
          <a:pPr marL="457200" lvl="2" indent="-228600" algn="l" defTabSz="1022350" rtl="0">
            <a:lnSpc>
              <a:spcPct val="90000"/>
            </a:lnSpc>
            <a:spcBef>
              <a:spcPct val="0"/>
            </a:spcBef>
            <a:spcAft>
              <a:spcPct val="20000"/>
            </a:spcAft>
            <a:buChar char="•"/>
          </a:pPr>
          <a:r>
            <a:rPr lang="en-US" sz="2300" kern="1200" dirty="0"/>
            <a:t>What abstractions should be used? What is the level of details?</a:t>
          </a:r>
        </a:p>
        <a:p>
          <a:pPr marL="228600" lvl="1" indent="-228600" algn="l" defTabSz="1022350" rtl="0">
            <a:lnSpc>
              <a:spcPct val="90000"/>
            </a:lnSpc>
            <a:spcBef>
              <a:spcPct val="0"/>
            </a:spcBef>
            <a:spcAft>
              <a:spcPct val="20000"/>
            </a:spcAft>
            <a:buChar char="•"/>
          </a:pPr>
          <a:r>
            <a:rPr lang="en-US" sz="2300" kern="1200" dirty="0"/>
            <a:t>Appropriate choice depends on the purpose of the model</a:t>
          </a:r>
        </a:p>
        <a:p>
          <a:pPr marL="228600" lvl="1" indent="-228600" algn="l" defTabSz="1022350" rtl="0">
            <a:lnSpc>
              <a:spcPct val="90000"/>
            </a:lnSpc>
            <a:spcBef>
              <a:spcPct val="0"/>
            </a:spcBef>
            <a:spcAft>
              <a:spcPct val="20000"/>
            </a:spcAft>
            <a:buChar char="•"/>
          </a:pPr>
          <a:endParaRPr lang="en-US" sz="2300" kern="1200" dirty="0"/>
        </a:p>
      </dsp:txBody>
      <dsp:txXfrm>
        <a:off x="0" y="3345187"/>
        <a:ext cx="8548687" cy="18940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3A5CDF-C90B-4F81-9DB2-38B8CA02BCE7}">
      <dsp:nvSpPr>
        <dsp:cNvPr id="0" name=""/>
        <dsp:cNvSpPr/>
      </dsp:nvSpPr>
      <dsp:spPr>
        <a:xfrm>
          <a:off x="0" y="98729"/>
          <a:ext cx="8548687" cy="514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1" kern="1200" dirty="0"/>
            <a:t>Develop Specification Model</a:t>
          </a:r>
          <a:endParaRPr lang="en-US" sz="2200" kern="1200" dirty="0"/>
        </a:p>
      </dsp:txBody>
      <dsp:txXfrm>
        <a:off x="25130" y="123859"/>
        <a:ext cx="8498427" cy="464540"/>
      </dsp:txXfrm>
    </dsp:sp>
    <dsp:sp modelId="{8AA92F42-AAC9-4944-AB18-D8476E6146A8}">
      <dsp:nvSpPr>
        <dsp:cNvPr id="0" name=""/>
        <dsp:cNvSpPr/>
      </dsp:nvSpPr>
      <dsp:spPr>
        <a:xfrm>
          <a:off x="0" y="613529"/>
          <a:ext cx="8548687" cy="1684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1421"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dirty="0"/>
            <a:t>A more detailed specification of the model including more specifics</a:t>
          </a:r>
        </a:p>
        <a:p>
          <a:pPr marL="171450" lvl="1" indent="-171450" algn="l" defTabSz="755650" rtl="0">
            <a:lnSpc>
              <a:spcPct val="90000"/>
            </a:lnSpc>
            <a:spcBef>
              <a:spcPct val="0"/>
            </a:spcBef>
            <a:spcAft>
              <a:spcPct val="20000"/>
            </a:spcAft>
            <a:buChar char="•"/>
          </a:pPr>
          <a:r>
            <a:rPr lang="en-US" sz="1700" kern="1200" dirty="0"/>
            <a:t>Collect data to populate model</a:t>
          </a:r>
        </a:p>
        <a:p>
          <a:pPr marL="342900" lvl="2" indent="-171450" algn="l" defTabSz="755650" rtl="0">
            <a:lnSpc>
              <a:spcPct val="90000"/>
            </a:lnSpc>
            <a:spcBef>
              <a:spcPct val="0"/>
            </a:spcBef>
            <a:spcAft>
              <a:spcPct val="20000"/>
            </a:spcAft>
            <a:buChar char="•"/>
          </a:pPr>
          <a:r>
            <a:rPr lang="en-US" sz="1700" kern="1200" dirty="0"/>
            <a:t>Example: </a:t>
          </a:r>
        </a:p>
        <a:p>
          <a:pPr marL="514350" lvl="3" indent="-171450" algn="l" defTabSz="755650" rtl="0">
            <a:lnSpc>
              <a:spcPct val="90000"/>
            </a:lnSpc>
            <a:spcBef>
              <a:spcPct val="0"/>
            </a:spcBef>
            <a:spcAft>
              <a:spcPct val="20000"/>
            </a:spcAft>
            <a:buChar char="•"/>
          </a:pPr>
          <a:r>
            <a:rPr lang="en-US" sz="1700" kern="1200" dirty="0"/>
            <a:t>Traffic: Road geometry, signal timing, expected traffic demand, driver behavior</a:t>
          </a:r>
        </a:p>
        <a:p>
          <a:pPr marL="514350" lvl="3" indent="-171450" algn="l" defTabSz="755650" rtl="0">
            <a:lnSpc>
              <a:spcPct val="90000"/>
            </a:lnSpc>
            <a:spcBef>
              <a:spcPct val="0"/>
            </a:spcBef>
            <a:spcAft>
              <a:spcPct val="20000"/>
            </a:spcAft>
            <a:buChar char="•"/>
          </a:pPr>
          <a:r>
            <a:rPr lang="en-US" sz="1700" kern="1200" dirty="0"/>
            <a:t>Communication: network topology, message type, inter-arrival time, data rates</a:t>
          </a:r>
        </a:p>
        <a:p>
          <a:pPr marL="342900" lvl="2" indent="-171450" algn="l" defTabSz="755650" rtl="0">
            <a:lnSpc>
              <a:spcPct val="90000"/>
            </a:lnSpc>
            <a:spcBef>
              <a:spcPct val="0"/>
            </a:spcBef>
            <a:spcAft>
              <a:spcPct val="20000"/>
            </a:spcAft>
            <a:buChar char="•"/>
          </a:pPr>
          <a:r>
            <a:rPr lang="en-US" sz="1700" kern="1200" dirty="0"/>
            <a:t>Empirical data or probability distributions often used</a:t>
          </a:r>
        </a:p>
      </dsp:txBody>
      <dsp:txXfrm>
        <a:off x="0" y="613529"/>
        <a:ext cx="8548687" cy="1684980"/>
      </dsp:txXfrm>
    </dsp:sp>
    <dsp:sp modelId="{5DF45165-1CA8-408C-80AE-1A3B58B51E8B}">
      <dsp:nvSpPr>
        <dsp:cNvPr id="0" name=""/>
        <dsp:cNvSpPr/>
      </dsp:nvSpPr>
      <dsp:spPr>
        <a:xfrm>
          <a:off x="0" y="2298510"/>
          <a:ext cx="8548687" cy="514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1" kern="1200" dirty="0"/>
            <a:t>Develop a Computational Model</a:t>
          </a:r>
          <a:endParaRPr lang="en-US" sz="2200" kern="1200" dirty="0"/>
        </a:p>
      </dsp:txBody>
      <dsp:txXfrm>
        <a:off x="25130" y="2323640"/>
        <a:ext cx="8498427" cy="464540"/>
      </dsp:txXfrm>
    </dsp:sp>
    <dsp:sp modelId="{69DF0873-148D-4297-A14F-DD56A12F2E9E}">
      <dsp:nvSpPr>
        <dsp:cNvPr id="0" name=""/>
        <dsp:cNvSpPr/>
      </dsp:nvSpPr>
      <dsp:spPr>
        <a:xfrm>
          <a:off x="0" y="2813310"/>
          <a:ext cx="8548687" cy="2231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1421"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kern="1200" dirty="0"/>
            <a:t>Executable simulation model</a:t>
          </a:r>
        </a:p>
        <a:p>
          <a:pPr marL="171450" lvl="1" indent="-171450" algn="l" defTabSz="755650" rtl="0">
            <a:lnSpc>
              <a:spcPct val="90000"/>
            </a:lnSpc>
            <a:spcBef>
              <a:spcPct val="0"/>
            </a:spcBef>
            <a:spcAft>
              <a:spcPct val="20000"/>
            </a:spcAft>
            <a:buChar char="•"/>
          </a:pPr>
          <a:r>
            <a:rPr lang="en-US" sz="1700" kern="1200" dirty="0"/>
            <a:t>Software approach</a:t>
          </a:r>
        </a:p>
        <a:p>
          <a:pPr marL="342900" lvl="2" indent="-171450" algn="l" defTabSz="755650" rtl="0">
            <a:lnSpc>
              <a:spcPct val="90000"/>
            </a:lnSpc>
            <a:spcBef>
              <a:spcPct val="0"/>
            </a:spcBef>
            <a:spcAft>
              <a:spcPct val="20000"/>
            </a:spcAft>
            <a:buChar char="•"/>
          </a:pPr>
          <a:r>
            <a:rPr lang="en-US" sz="1700" kern="1200" dirty="0"/>
            <a:t>General purpose programming language</a:t>
          </a:r>
        </a:p>
        <a:p>
          <a:pPr marL="342900" lvl="2" indent="-171450" algn="l" defTabSz="755650" rtl="0">
            <a:lnSpc>
              <a:spcPct val="90000"/>
            </a:lnSpc>
            <a:spcBef>
              <a:spcPct val="0"/>
            </a:spcBef>
            <a:spcAft>
              <a:spcPct val="20000"/>
            </a:spcAft>
            <a:buChar char="•"/>
          </a:pPr>
          <a:r>
            <a:rPr lang="en-US" sz="1700" kern="1200" dirty="0"/>
            <a:t>Special purpose simulation language</a:t>
          </a:r>
        </a:p>
        <a:p>
          <a:pPr marL="171450" lvl="1" indent="-171450" algn="l" defTabSz="755650" rtl="0">
            <a:lnSpc>
              <a:spcPct val="90000"/>
            </a:lnSpc>
            <a:spcBef>
              <a:spcPct val="0"/>
            </a:spcBef>
            <a:spcAft>
              <a:spcPct val="20000"/>
            </a:spcAft>
            <a:buChar char="•"/>
          </a:pPr>
          <a:r>
            <a:rPr lang="en-US" sz="1700" kern="1200" dirty="0"/>
            <a:t>Other (non-functional) requirements</a:t>
          </a:r>
        </a:p>
        <a:p>
          <a:pPr marL="342900" lvl="2" indent="-171450" algn="l" defTabSz="755650" rtl="0">
            <a:lnSpc>
              <a:spcPct val="90000"/>
            </a:lnSpc>
            <a:spcBef>
              <a:spcPct val="0"/>
            </a:spcBef>
            <a:spcAft>
              <a:spcPct val="20000"/>
            </a:spcAft>
            <a:buChar char="•"/>
          </a:pPr>
          <a:r>
            <a:rPr lang="en-US" sz="1700" kern="1200" dirty="0"/>
            <a:t>Performance</a:t>
          </a:r>
        </a:p>
        <a:p>
          <a:pPr marL="342900" lvl="2" indent="-171450" algn="l" defTabSz="755650" rtl="0">
            <a:lnSpc>
              <a:spcPct val="90000"/>
            </a:lnSpc>
            <a:spcBef>
              <a:spcPct val="0"/>
            </a:spcBef>
            <a:spcAft>
              <a:spcPct val="20000"/>
            </a:spcAft>
            <a:buChar char="•"/>
          </a:pPr>
          <a:r>
            <a:rPr lang="en-US" sz="1700" kern="1200" dirty="0"/>
            <a:t>Interoperability with other models/tools/data</a:t>
          </a:r>
        </a:p>
        <a:p>
          <a:pPr marL="171450" lvl="1" indent="-171450" algn="l" defTabSz="755650" rtl="0">
            <a:lnSpc>
              <a:spcPct val="90000"/>
            </a:lnSpc>
            <a:spcBef>
              <a:spcPct val="0"/>
            </a:spcBef>
            <a:spcAft>
              <a:spcPct val="20000"/>
            </a:spcAft>
            <a:buChar char="•"/>
          </a:pPr>
          <a:endParaRPr lang="en-US" sz="1700" kern="1200" dirty="0"/>
        </a:p>
      </dsp:txBody>
      <dsp:txXfrm>
        <a:off x="0" y="2813310"/>
        <a:ext cx="8548687" cy="22314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48866-598F-43E7-94BB-3803104EE942}">
      <dsp:nvSpPr>
        <dsp:cNvPr id="0" name=""/>
        <dsp:cNvSpPr/>
      </dsp:nvSpPr>
      <dsp:spPr>
        <a:xfrm>
          <a:off x="0" y="69547"/>
          <a:ext cx="8643937" cy="56159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1" kern="1200" dirty="0"/>
            <a:t>Verification</a:t>
          </a:r>
          <a:endParaRPr lang="en-US" sz="2400" kern="1200" dirty="0"/>
        </a:p>
      </dsp:txBody>
      <dsp:txXfrm>
        <a:off x="27415" y="96962"/>
        <a:ext cx="8589107" cy="506769"/>
      </dsp:txXfrm>
    </dsp:sp>
    <dsp:sp modelId="{17FC1171-9CA1-4A85-8B42-C00FBBC3C065}">
      <dsp:nvSpPr>
        <dsp:cNvPr id="0" name=""/>
        <dsp:cNvSpPr/>
      </dsp:nvSpPr>
      <dsp:spPr>
        <a:xfrm>
          <a:off x="0" y="631147"/>
          <a:ext cx="8643937" cy="124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4445"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dirty="0"/>
            <a:t>Did I Build the Model Right? </a:t>
          </a:r>
          <a:r>
            <a:rPr lang="ar-SA" sz="1900" kern="1200" dirty="0"/>
            <a:t>هل أنجزت النموذج بطريقة صحيح؟        </a:t>
          </a:r>
          <a:endParaRPr lang="en-US" sz="1900" kern="1200" dirty="0"/>
        </a:p>
        <a:p>
          <a:pPr marL="171450" lvl="1" indent="-171450" algn="l" defTabSz="844550" rtl="0">
            <a:lnSpc>
              <a:spcPct val="90000"/>
            </a:lnSpc>
            <a:spcBef>
              <a:spcPct val="0"/>
            </a:spcBef>
            <a:spcAft>
              <a:spcPct val="20000"/>
            </a:spcAft>
            <a:buChar char="•"/>
          </a:pPr>
          <a:r>
            <a:rPr lang="en-US" sz="1900" kern="1200" dirty="0"/>
            <a:t>Does the </a:t>
          </a:r>
          <a:r>
            <a:rPr lang="en-US" sz="1900" b="1" kern="1200" dirty="0"/>
            <a:t>computational model </a:t>
          </a:r>
          <a:r>
            <a:rPr lang="en-US" sz="1900" kern="1200" dirty="0"/>
            <a:t>match the </a:t>
          </a:r>
          <a:r>
            <a:rPr lang="en-US" sz="1900" b="1" kern="1200" dirty="0"/>
            <a:t>specification model</a:t>
          </a:r>
          <a:r>
            <a:rPr lang="en-US" sz="1900" kern="1200" dirty="0"/>
            <a:t>?</a:t>
          </a:r>
        </a:p>
        <a:p>
          <a:pPr marL="171450" lvl="1" indent="-171450" algn="l" defTabSz="844550" rtl="0">
            <a:lnSpc>
              <a:spcPct val="90000"/>
            </a:lnSpc>
            <a:spcBef>
              <a:spcPct val="0"/>
            </a:spcBef>
            <a:spcAft>
              <a:spcPct val="20000"/>
            </a:spcAft>
            <a:buChar char="•"/>
          </a:pPr>
          <a:r>
            <a:rPr lang="en-US" sz="1900" kern="1200" dirty="0"/>
            <a:t>Debugging: checking if the program contains any programming errors. </a:t>
          </a:r>
        </a:p>
        <a:p>
          <a:pPr marL="171450" lvl="1" indent="-171450" algn="l" defTabSz="844550" rtl="0">
            <a:lnSpc>
              <a:spcPct val="90000"/>
            </a:lnSpc>
            <a:spcBef>
              <a:spcPct val="0"/>
            </a:spcBef>
            <a:spcAft>
              <a:spcPct val="20000"/>
            </a:spcAft>
            <a:buChar char="•"/>
          </a:pPr>
          <a:r>
            <a:rPr lang="en-US" sz="1900" b="1" kern="1200" dirty="0"/>
            <a:t>Verification</a:t>
          </a:r>
          <a:r>
            <a:rPr lang="en-US" sz="1900" kern="1200" dirty="0"/>
            <a:t> is different from </a:t>
          </a:r>
          <a:r>
            <a:rPr lang="en-US" sz="1900" b="1" kern="1200" dirty="0"/>
            <a:t>Validation</a:t>
          </a:r>
          <a:r>
            <a:rPr lang="en-US" sz="1900" kern="1200" dirty="0"/>
            <a:t>: (see model validation)!</a:t>
          </a:r>
        </a:p>
      </dsp:txBody>
      <dsp:txXfrm>
        <a:off x="0" y="631147"/>
        <a:ext cx="8643937" cy="1242000"/>
      </dsp:txXfrm>
    </dsp:sp>
    <dsp:sp modelId="{7C83466E-0C46-4EAC-88E9-1FB9B86F585A}">
      <dsp:nvSpPr>
        <dsp:cNvPr id="0" name=""/>
        <dsp:cNvSpPr/>
      </dsp:nvSpPr>
      <dsp:spPr>
        <a:xfrm>
          <a:off x="0" y="1873147"/>
          <a:ext cx="8643937" cy="56159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US" sz="2400" b="1" kern="1200" dirty="0"/>
            <a:t>Validation</a:t>
          </a:r>
          <a:endParaRPr lang="en-US" sz="2400" kern="1200" dirty="0"/>
        </a:p>
      </dsp:txBody>
      <dsp:txXfrm>
        <a:off x="27415" y="1900562"/>
        <a:ext cx="8589107" cy="506769"/>
      </dsp:txXfrm>
    </dsp:sp>
    <dsp:sp modelId="{FFFA8A43-C12A-4411-B5A0-4840D957FA76}">
      <dsp:nvSpPr>
        <dsp:cNvPr id="0" name=""/>
        <dsp:cNvSpPr/>
      </dsp:nvSpPr>
      <dsp:spPr>
        <a:xfrm>
          <a:off x="0" y="2434747"/>
          <a:ext cx="8643937" cy="2782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4445"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dirty="0"/>
            <a:t>Did I Build the Right Model? </a:t>
          </a:r>
          <a:r>
            <a:rPr lang="ar-SA" sz="1900" kern="1200" dirty="0"/>
            <a:t>هل أنجزت النموذج الصحيح؟       </a:t>
          </a:r>
          <a:endParaRPr lang="en-US" sz="1900" kern="1200" dirty="0"/>
        </a:p>
        <a:p>
          <a:pPr marL="171450" lvl="1" indent="-171450" algn="l" defTabSz="844550" rtl="0">
            <a:lnSpc>
              <a:spcPct val="90000"/>
            </a:lnSpc>
            <a:spcBef>
              <a:spcPct val="0"/>
            </a:spcBef>
            <a:spcAft>
              <a:spcPct val="20000"/>
            </a:spcAft>
            <a:buChar char="•"/>
          </a:pPr>
          <a:r>
            <a:rPr lang="en-US" sz="1900" kern="1200" dirty="0"/>
            <a:t>Does the </a:t>
          </a:r>
          <a:r>
            <a:rPr lang="en-US" sz="1900" b="1" kern="1200" dirty="0"/>
            <a:t>computational model </a:t>
          </a:r>
          <a:r>
            <a:rPr lang="en-US" sz="1900" kern="1200" dirty="0"/>
            <a:t>match the </a:t>
          </a:r>
          <a:r>
            <a:rPr lang="en-US" sz="1900" b="1" kern="1200" dirty="0"/>
            <a:t>actual (or envisioned) system</a:t>
          </a:r>
          <a:r>
            <a:rPr lang="en-US" sz="1900" kern="1200" dirty="0"/>
            <a:t>?</a:t>
          </a:r>
        </a:p>
        <a:p>
          <a:pPr marL="171450" lvl="1" indent="-171450" algn="l" defTabSz="844550" rtl="0">
            <a:lnSpc>
              <a:spcPct val="90000"/>
            </a:lnSpc>
            <a:spcBef>
              <a:spcPct val="0"/>
            </a:spcBef>
            <a:spcAft>
              <a:spcPct val="20000"/>
            </a:spcAft>
            <a:buChar char="•"/>
          </a:pPr>
          <a:r>
            <a:rPr lang="en-US" sz="1900" kern="1200" dirty="0"/>
            <a:t>Typically,</a:t>
          </a:r>
          <a:r>
            <a:rPr lang="ar-SA" sz="1900" kern="1200" dirty="0"/>
            <a:t> </a:t>
          </a:r>
          <a:r>
            <a:rPr lang="en-US" sz="1900" kern="1200" dirty="0"/>
            <a:t>the </a:t>
          </a:r>
          <a:r>
            <a:rPr lang="fr-FR" sz="1900" kern="1200" dirty="0"/>
            <a:t>validation of a simulation model </a:t>
          </a:r>
          <a:r>
            <a:rPr lang="fr-FR" sz="1900" kern="1200" dirty="0" err="1"/>
            <a:t>can</a:t>
          </a:r>
          <a:r>
            <a:rPr lang="fr-FR" sz="1900" kern="1200" dirty="0"/>
            <a:t> </a:t>
          </a:r>
          <a:r>
            <a:rPr lang="fr-FR" sz="1900" kern="1200" dirty="0" err="1"/>
            <a:t>be</a:t>
          </a:r>
          <a:r>
            <a:rPr lang="fr-FR" sz="1900" kern="1200" dirty="0"/>
            <a:t> </a:t>
          </a:r>
          <a:r>
            <a:rPr lang="fr-FR" sz="1900" kern="1200" dirty="0" err="1"/>
            <a:t>done</a:t>
          </a:r>
          <a:r>
            <a:rPr lang="fr-FR" sz="1900" kern="1200" dirty="0"/>
            <a:t> by </a:t>
          </a:r>
          <a:r>
            <a:rPr lang="en-US" sz="1900" kern="1200" dirty="0"/>
            <a:t>comparing</a:t>
          </a:r>
        </a:p>
        <a:p>
          <a:pPr marL="342900" lvl="2" indent="-171450" algn="l" defTabSz="844550" rtl="0">
            <a:lnSpc>
              <a:spcPct val="90000"/>
            </a:lnSpc>
            <a:spcBef>
              <a:spcPct val="0"/>
            </a:spcBef>
            <a:spcAft>
              <a:spcPct val="20000"/>
            </a:spcAft>
            <a:buChar char="•"/>
          </a:pPr>
          <a:r>
            <a:rPr lang="en-US" sz="1900" kern="1200" dirty="0"/>
            <a:t>Measurements of actual system</a:t>
          </a:r>
        </a:p>
        <a:p>
          <a:pPr marL="342900" lvl="2" indent="-171450" algn="l" defTabSz="844550" rtl="0">
            <a:lnSpc>
              <a:spcPct val="90000"/>
            </a:lnSpc>
            <a:spcBef>
              <a:spcPct val="0"/>
            </a:spcBef>
            <a:spcAft>
              <a:spcPct val="20000"/>
            </a:spcAft>
            <a:buChar char="•"/>
          </a:pPr>
          <a:r>
            <a:rPr lang="en-US" sz="1900" kern="1200" dirty="0"/>
            <a:t>An analytic (mathematical) model of the system</a:t>
          </a:r>
        </a:p>
        <a:p>
          <a:pPr marL="342900" lvl="2" indent="-171450" algn="l" defTabSz="844550" rtl="0">
            <a:lnSpc>
              <a:spcPct val="90000"/>
            </a:lnSpc>
            <a:spcBef>
              <a:spcPct val="0"/>
            </a:spcBef>
            <a:spcAft>
              <a:spcPct val="20000"/>
            </a:spcAft>
            <a:buChar char="•"/>
          </a:pPr>
          <a:r>
            <a:rPr lang="en-US" sz="1900" kern="1200" dirty="0"/>
            <a:t>Another simulation model</a:t>
          </a:r>
        </a:p>
        <a:p>
          <a:pPr marL="171450" lvl="1" indent="-171450" algn="l" defTabSz="844550" rtl="0">
            <a:lnSpc>
              <a:spcPct val="90000"/>
            </a:lnSpc>
            <a:spcBef>
              <a:spcPct val="0"/>
            </a:spcBef>
            <a:spcAft>
              <a:spcPct val="20000"/>
            </a:spcAft>
            <a:buChar char="•"/>
          </a:pPr>
          <a:r>
            <a:rPr lang="en-US" sz="1900" kern="1200" dirty="0"/>
            <a:t>By necessity, validation is always an incomplete activity!</a:t>
          </a:r>
        </a:p>
        <a:p>
          <a:pPr marL="171450" lvl="1" indent="-171450" algn="l" defTabSz="844550" rtl="0">
            <a:lnSpc>
              <a:spcPct val="90000"/>
            </a:lnSpc>
            <a:spcBef>
              <a:spcPct val="0"/>
            </a:spcBef>
            <a:spcAft>
              <a:spcPct val="20000"/>
            </a:spcAft>
            <a:buChar char="•"/>
          </a:pPr>
          <a:r>
            <a:rPr lang="en-US" sz="1900" kern="1200" dirty="0"/>
            <a:t>Often can only validate portions of the model</a:t>
          </a:r>
        </a:p>
        <a:p>
          <a:pPr marL="171450" lvl="1" indent="-171450" algn="l" defTabSz="844550" rtl="0">
            <a:lnSpc>
              <a:spcPct val="90000"/>
            </a:lnSpc>
            <a:spcBef>
              <a:spcPct val="0"/>
            </a:spcBef>
            <a:spcAft>
              <a:spcPct val="20000"/>
            </a:spcAft>
            <a:buChar char="•"/>
          </a:pPr>
          <a:r>
            <a:rPr lang="en-US" sz="1900" kern="1200" dirty="0"/>
            <a:t>If you can validate the simulation with 100% certainty, why build the simulation?</a:t>
          </a:r>
        </a:p>
      </dsp:txBody>
      <dsp:txXfrm>
        <a:off x="0" y="2434747"/>
        <a:ext cx="8643937" cy="27820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0" hangingPunct="0">
              <a:lnSpc>
                <a:spcPct val="100000"/>
              </a:lnSpc>
              <a:spcBef>
                <a:spcPct val="0"/>
              </a:spcBef>
              <a:buClrTx/>
              <a:buFontTx/>
              <a:buNone/>
              <a:defRPr sz="1300">
                <a:latin typeface="Times New Roman" pitchFamily="18" charset="0"/>
                <a:cs typeface="+mn-cs"/>
              </a:defRPr>
            </a:lvl1pPr>
          </a:lstStyle>
          <a:p>
            <a:pPr>
              <a:defRPr/>
            </a:pPr>
            <a:endParaRPr lang="en-GB"/>
          </a:p>
        </p:txBody>
      </p:sp>
      <p:sp>
        <p:nvSpPr>
          <p:cNvPr id="9219"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0" hangingPunct="0">
              <a:lnSpc>
                <a:spcPct val="100000"/>
              </a:lnSpc>
              <a:spcBef>
                <a:spcPct val="0"/>
              </a:spcBef>
              <a:buClrTx/>
              <a:buFontTx/>
              <a:buNone/>
              <a:defRPr sz="1300">
                <a:latin typeface="Times New Roman" pitchFamily="18" charset="0"/>
                <a:cs typeface="+mn-cs"/>
              </a:defRPr>
            </a:lvl1pPr>
          </a:lstStyle>
          <a:p>
            <a:pPr>
              <a:defRPr/>
            </a:pPr>
            <a:endParaRPr lang="en-GB"/>
          </a:p>
        </p:txBody>
      </p:sp>
      <p:sp>
        <p:nvSpPr>
          <p:cNvPr id="9220"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0" hangingPunct="0">
              <a:lnSpc>
                <a:spcPct val="100000"/>
              </a:lnSpc>
              <a:spcBef>
                <a:spcPct val="0"/>
              </a:spcBef>
              <a:buClrTx/>
              <a:buFontTx/>
              <a:buNone/>
              <a:defRPr sz="1300">
                <a:latin typeface="Times New Roman" pitchFamily="18" charset="0"/>
                <a:cs typeface="+mn-cs"/>
              </a:defRPr>
            </a:lvl1pPr>
          </a:lstStyle>
          <a:p>
            <a:pPr>
              <a:defRPr/>
            </a:pPr>
            <a:endParaRPr lang="en-GB"/>
          </a:p>
        </p:txBody>
      </p:sp>
      <p:sp>
        <p:nvSpPr>
          <p:cNvPr id="9221"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0" hangingPunct="0">
              <a:lnSpc>
                <a:spcPct val="100000"/>
              </a:lnSpc>
              <a:spcBef>
                <a:spcPct val="0"/>
              </a:spcBef>
              <a:buClrTx/>
              <a:buFontTx/>
              <a:buNone/>
              <a:defRPr sz="1300">
                <a:latin typeface="Times New Roman" panose="02020603050405020304" pitchFamily="18" charset="0"/>
              </a:defRPr>
            </a:lvl1pPr>
          </a:lstStyle>
          <a:p>
            <a:fld id="{D1DE7DB2-B6CB-4B67-856D-5C5F894A60CC}" type="slidenum">
              <a:rPr lang="en-GB" altLang="id-ID"/>
              <a:pPr/>
              <a:t>‹#›</a:t>
            </a:fld>
            <a:endParaRPr lang="en-GB" altLang="id-ID"/>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0" hangingPunct="0">
              <a:lnSpc>
                <a:spcPct val="100000"/>
              </a:lnSpc>
              <a:spcBef>
                <a:spcPct val="0"/>
              </a:spcBef>
              <a:buClrTx/>
              <a:buFontTx/>
              <a:buNone/>
              <a:defRPr sz="1300">
                <a:latin typeface="Times New Roman" pitchFamily="18" charset="0"/>
                <a:cs typeface="+mn-cs"/>
              </a:defRPr>
            </a:lvl1pPr>
          </a:lstStyle>
          <a:p>
            <a:pPr>
              <a:defRPr/>
            </a:pPr>
            <a:endParaRPr lang="en-GB"/>
          </a:p>
        </p:txBody>
      </p:sp>
      <p:sp>
        <p:nvSpPr>
          <p:cNvPr id="1024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0" hangingPunct="0">
              <a:lnSpc>
                <a:spcPct val="100000"/>
              </a:lnSpc>
              <a:spcBef>
                <a:spcPct val="0"/>
              </a:spcBef>
              <a:buClrTx/>
              <a:buFontTx/>
              <a:buNone/>
              <a:defRPr sz="1300">
                <a:latin typeface="Times New Roman" pitchFamily="18" charset="0"/>
                <a:cs typeface="+mn-cs"/>
              </a:defRPr>
            </a:lvl1pPr>
          </a:lstStyle>
          <a:p>
            <a:pPr>
              <a:defRPr/>
            </a:pPr>
            <a:endParaRPr lang="en-GB"/>
          </a:p>
        </p:txBody>
      </p:sp>
      <p:sp>
        <p:nvSpPr>
          <p:cNvPr id="3584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24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0" hangingPunct="0">
              <a:lnSpc>
                <a:spcPct val="100000"/>
              </a:lnSpc>
              <a:spcBef>
                <a:spcPct val="0"/>
              </a:spcBef>
              <a:buClrTx/>
              <a:buFontTx/>
              <a:buNone/>
              <a:defRPr sz="1300">
                <a:latin typeface="Times New Roman" pitchFamily="18" charset="0"/>
                <a:cs typeface="+mn-cs"/>
              </a:defRPr>
            </a:lvl1pPr>
          </a:lstStyle>
          <a:p>
            <a:pPr>
              <a:defRPr/>
            </a:pPr>
            <a:endParaRPr lang="en-GB"/>
          </a:p>
        </p:txBody>
      </p:sp>
      <p:sp>
        <p:nvSpPr>
          <p:cNvPr id="1024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0" hangingPunct="0">
              <a:lnSpc>
                <a:spcPct val="100000"/>
              </a:lnSpc>
              <a:spcBef>
                <a:spcPct val="0"/>
              </a:spcBef>
              <a:buClrTx/>
              <a:buFontTx/>
              <a:buNone/>
              <a:defRPr sz="1300">
                <a:latin typeface="Times New Roman" panose="02020603050405020304" pitchFamily="18" charset="0"/>
              </a:defRPr>
            </a:lvl1pPr>
          </a:lstStyle>
          <a:p>
            <a:fld id="{58D494E1-EBA4-43D1-ADCB-39B7F70747B5}" type="slidenum">
              <a:rPr lang="en-GB" altLang="id-ID"/>
              <a:pPr/>
              <a:t>‹#›</a:t>
            </a:fld>
            <a:endParaRPr lang="en-GB" altLang="id-ID"/>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177AA418-0742-4ABF-A00B-202A62B91691}" type="slidenum">
              <a:rPr lang="en-GB" altLang="id-ID" sz="1300">
                <a:latin typeface="Times New Roman" panose="02020603050405020304" pitchFamily="18" charset="0"/>
              </a:rPr>
              <a:pPr/>
              <a:t>1</a:t>
            </a:fld>
            <a:endParaRPr lang="en-GB" altLang="id-ID" sz="130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d-ID"/>
          </a:p>
        </p:txBody>
      </p:sp>
    </p:spTree>
    <p:extLst>
      <p:ext uri="{BB962C8B-B14F-4D97-AF65-F5344CB8AC3E}">
        <p14:creationId xmlns:p14="http://schemas.microsoft.com/office/powerpoint/2010/main" val="2384027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d-ID" altLang="id-ID"/>
          </a:p>
        </p:txBody>
      </p:sp>
      <p:sp>
        <p:nvSpPr>
          <p:cNvPr id="4" name="Slide Number Placeholder 3"/>
          <p:cNvSpPr>
            <a:spLocks noGrp="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CB974878-95F9-4688-A743-12D077B0A8BB}" type="slidenum">
              <a:rPr lang="en-GB" altLang="id-ID" sz="1300">
                <a:latin typeface="Times New Roman" panose="02020603050405020304" pitchFamily="18" charset="0"/>
              </a:rPr>
              <a:pPr/>
              <a:t>8</a:t>
            </a:fld>
            <a:endParaRPr lang="en-GB" altLang="id-ID" sz="13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B92C7724-E615-4712-998F-8BFB2296AA1C}" type="slidenum">
              <a:rPr lang="ar-SA" altLang="id-ID" sz="1300">
                <a:latin typeface="Times New Roman" panose="02020603050405020304" pitchFamily="18" charset="0"/>
              </a:rPr>
              <a:pPr/>
              <a:t>9</a:t>
            </a:fld>
            <a:endParaRPr lang="en-US" altLang="id-ID" sz="1300">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C0C5BEE4-6490-428E-963B-1021688FD5C7}" type="slidenum">
              <a:rPr lang="ar-SA" altLang="id-ID" sz="1300">
                <a:latin typeface="Times New Roman" panose="02020603050405020304" pitchFamily="18" charset="0"/>
              </a:rPr>
              <a:pPr/>
              <a:t>10</a:t>
            </a:fld>
            <a:endParaRPr lang="en-US" altLang="id-ID" sz="130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CD3FCF1F-FA7A-49F5-995A-E54058807319}" type="slidenum">
              <a:rPr lang="ar-SA" altLang="id-ID" sz="1300">
                <a:latin typeface="Times New Roman" panose="02020603050405020304" pitchFamily="18" charset="0"/>
              </a:rPr>
              <a:pPr/>
              <a:t>11</a:t>
            </a:fld>
            <a:endParaRPr lang="en-US" altLang="id-ID" sz="1300">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59E0DFA8-1A95-407C-A981-C8613C2F51FA}" type="slidenum">
              <a:rPr lang="ar-SA" altLang="id-ID" sz="1300">
                <a:latin typeface="Times New Roman" panose="02020603050405020304" pitchFamily="18" charset="0"/>
              </a:rPr>
              <a:pPr/>
              <a:t>12</a:t>
            </a:fld>
            <a:endParaRPr lang="en-US" altLang="id-ID" sz="1300">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15C4C4F5-A203-450C-9F3A-58419738ABFB}" type="slidenum">
              <a:rPr lang="ar-SA" altLang="id-ID" sz="1300">
                <a:latin typeface="Times New Roman" panose="02020603050405020304" pitchFamily="18" charset="0"/>
              </a:rPr>
              <a:pPr/>
              <a:t>13</a:t>
            </a:fld>
            <a:endParaRPr lang="en-US" altLang="id-ID" sz="1300">
              <a:latin typeface="Times New Roman" panose="02020603050405020304" pitchFamily="18"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38BDBDD5-B244-4E5D-AD58-D833ADB0CCFB}" type="slidenum">
              <a:rPr lang="ar-SA" altLang="id-ID" sz="1300">
                <a:latin typeface="Times New Roman" panose="02020603050405020304" pitchFamily="18" charset="0"/>
              </a:rPr>
              <a:pPr/>
              <a:t>14</a:t>
            </a:fld>
            <a:endParaRPr lang="en-US" altLang="id-ID" sz="13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70E131F5-1978-4D00-A73F-9F1AB2579C19}" type="slidenum">
              <a:rPr lang="en-US" altLang="id-ID" sz="1300">
                <a:latin typeface="Times New Roman" panose="02020603050405020304" pitchFamily="18" charset="0"/>
              </a:rPr>
              <a:pPr/>
              <a:t>15</a:t>
            </a:fld>
            <a:endParaRPr lang="en-US" altLang="id-ID" sz="13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42BF06FE-A8F0-41FC-ACC9-3251C517FAF1}" type="slidenum">
              <a:rPr lang="en-US" altLang="id-ID" sz="1300">
                <a:latin typeface="Times New Roman" panose="02020603050405020304" pitchFamily="18" charset="0"/>
              </a:rPr>
              <a:pPr/>
              <a:t>16</a:t>
            </a:fld>
            <a:endParaRPr lang="en-US" altLang="id-ID" sz="13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293B0222-928F-466C-8F74-8660D9320E8F}" type="slidenum">
              <a:rPr lang="en-US" altLang="id-ID" sz="1300">
                <a:latin typeface="Times New Roman" panose="02020603050405020304" pitchFamily="18" charset="0"/>
              </a:rPr>
              <a:pPr/>
              <a:t>17</a:t>
            </a:fld>
            <a:endParaRPr lang="en-US" altLang="id-ID"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CE58F5F0-7565-4D38-A12B-F02AB8863455}" type="slidenum">
              <a:rPr lang="en-US" altLang="id-ID" sz="1300">
                <a:latin typeface="Times New Roman" panose="02020603050405020304" pitchFamily="18" charset="0"/>
              </a:rPr>
              <a:pPr/>
              <a:t>18</a:t>
            </a:fld>
            <a:endParaRPr lang="en-US" altLang="id-ID"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id-I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fld id="{177AA418-0742-4ABF-A00B-202A62B91691}" type="slidenum">
              <a:rPr lang="en-GB" altLang="id-ID" sz="1300">
                <a:latin typeface="Times New Roman" panose="02020603050405020304" pitchFamily="18" charset="0"/>
              </a:rPr>
              <a:pPr/>
              <a:t>26</a:t>
            </a:fld>
            <a:endParaRPr lang="en-GB" altLang="id-ID" sz="130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d-ID"/>
          </a:p>
        </p:txBody>
      </p:sp>
    </p:spTree>
    <p:extLst>
      <p:ext uri="{BB962C8B-B14F-4D97-AF65-F5344CB8AC3E}">
        <p14:creationId xmlns:p14="http://schemas.microsoft.com/office/powerpoint/2010/main" val="1981926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 name="Date Placeholder 27"/>
          <p:cNvSpPr>
            <a:spLocks noGrp="1"/>
          </p:cNvSpPr>
          <p:nvPr>
            <p:ph type="dt" sz="half" idx="10"/>
          </p:nvPr>
        </p:nvSpPr>
        <p:spPr>
          <a:xfrm>
            <a:off x="6400800" y="6354763"/>
            <a:ext cx="2286000" cy="366712"/>
          </a:xfrm>
        </p:spPr>
        <p:txBody>
          <a:bodyPr/>
          <a:lstStyle>
            <a:lvl1pPr>
              <a:defRPr sz="1400"/>
            </a:lvl1pPr>
          </a:lstStyle>
          <a:p>
            <a:pPr>
              <a:defRPr/>
            </a:pPr>
            <a:endParaRPr lang="en-US"/>
          </a:p>
        </p:txBody>
      </p:sp>
      <p:sp>
        <p:nvSpPr>
          <p:cNvPr id="11" name="Footer Placeholder 16"/>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2" name="Slide Number Placeholder 28"/>
          <p:cNvSpPr>
            <a:spLocks noGrp="1"/>
          </p:cNvSpPr>
          <p:nvPr>
            <p:ph type="sldNum" sz="quarter" idx="12"/>
          </p:nvPr>
        </p:nvSpPr>
        <p:spPr>
          <a:xfrm>
            <a:off x="1216025" y="6354763"/>
            <a:ext cx="1219200" cy="366712"/>
          </a:xfrm>
        </p:spPr>
        <p:txBody>
          <a:bodyPr/>
          <a:lstStyle>
            <a:lvl1pPr>
              <a:defRPr/>
            </a:lvl1pPr>
          </a:lstStyle>
          <a:p>
            <a:fld id="{B7D9B553-79F2-41A2-8B62-1661EBF96AB7}" type="slidenum">
              <a:rPr lang="en-US" altLang="id-ID"/>
              <a:pPr/>
              <a:t>‹#›</a:t>
            </a:fld>
            <a:endParaRPr lang="en-US" altLang="id-ID"/>
          </a:p>
        </p:txBody>
      </p:sp>
    </p:spTree>
    <p:extLst>
      <p:ext uri="{BB962C8B-B14F-4D97-AF65-F5344CB8AC3E}">
        <p14:creationId xmlns:p14="http://schemas.microsoft.com/office/powerpoint/2010/main" val="2633057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p:nvPr userDrawn="1"/>
        </p:nvSpPr>
        <p:spPr>
          <a:xfrm>
            <a:off x="8429625" y="6497638"/>
            <a:ext cx="490538" cy="288925"/>
          </a:xfrm>
          <a:prstGeom prst="rect">
            <a:avLst/>
          </a:prstGeom>
          <a:noFill/>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fld id="{AB34D13C-828E-4811-92F6-590AADA7C0D7}" type="slidenum">
              <a:rPr lang="fr-FR" altLang="id-ID">
                <a:solidFill>
                  <a:srgbClr val="595959"/>
                </a:solidFill>
                <a:latin typeface="Tahoma" panose="020B0604030504040204" pitchFamily="34" charset="0"/>
                <a:cs typeface="Tahoma" panose="020B0604030504040204" pitchFamily="34" charset="0"/>
              </a:rPr>
              <a:pPr eaLnBrk="1" hangingPunct="1">
                <a:buFont typeface="Wingdings" panose="05000000000000000000" pitchFamily="2" charset="2"/>
                <a:buNone/>
              </a:pPr>
              <a:t>‹#›</a:t>
            </a:fld>
            <a:endParaRPr lang="fr-FR" altLang="id-ID">
              <a:solidFill>
                <a:srgbClr val="595959"/>
              </a:solidFill>
              <a:latin typeface="Tahoma" panose="020B0604030504040204" pitchFamily="34" charset="0"/>
              <a:cs typeface="Tahoma" panose="020B0604030504040204" pitchFamily="34" charset="0"/>
            </a:endParaRPr>
          </a:p>
        </p:txBody>
      </p:sp>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39838298-1933-4527-87E7-4E4637810521}" type="slidenum">
              <a:rPr lang="en-US" altLang="id-ID"/>
              <a:pPr/>
              <a:t>‹#›</a:t>
            </a:fld>
            <a:endParaRPr lang="en-US" altLang="id-ID"/>
          </a:p>
        </p:txBody>
      </p:sp>
    </p:spTree>
    <p:extLst>
      <p:ext uri="{BB962C8B-B14F-4D97-AF65-F5344CB8AC3E}">
        <p14:creationId xmlns:p14="http://schemas.microsoft.com/office/powerpoint/2010/main" val="3355702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a:xfrm>
            <a:off x="6400800" y="6354763"/>
            <a:ext cx="2286000" cy="366712"/>
          </a:xfrm>
        </p:spPr>
        <p:txBody>
          <a:bodyPr/>
          <a:lstStyle>
            <a:lvl1pPr>
              <a:defRPr/>
            </a:lvl1pPr>
          </a:lstStyle>
          <a:p>
            <a:pPr>
              <a:defRPr/>
            </a:pPr>
            <a:endParaRPr lang="en-US"/>
          </a:p>
        </p:txBody>
      </p:sp>
      <p:sp>
        <p:nvSpPr>
          <p:cNvPr id="7" name="Footer Placeholder 4"/>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p:cNvSpPr>
            <a:spLocks noGrp="1"/>
          </p:cNvSpPr>
          <p:nvPr>
            <p:ph type="sldNum" sz="quarter" idx="12"/>
          </p:nvPr>
        </p:nvSpPr>
        <p:spPr>
          <a:xfrm>
            <a:off x="1069975" y="6354763"/>
            <a:ext cx="1520825" cy="366712"/>
          </a:xfrm>
        </p:spPr>
        <p:txBody>
          <a:bodyPr/>
          <a:lstStyle>
            <a:lvl1pPr>
              <a:defRPr/>
            </a:lvl1pPr>
          </a:lstStyle>
          <a:p>
            <a:fld id="{8481E856-EC6B-44CC-A40B-EFB20F98BE8F}" type="slidenum">
              <a:rPr lang="en-US" altLang="id-ID"/>
              <a:pPr/>
              <a:t>‹#›</a:t>
            </a:fld>
            <a:endParaRPr lang="en-US" altLang="id-ID"/>
          </a:p>
        </p:txBody>
      </p:sp>
    </p:spTree>
    <p:extLst>
      <p:ext uri="{BB962C8B-B14F-4D97-AF65-F5344CB8AC3E}">
        <p14:creationId xmlns:p14="http://schemas.microsoft.com/office/powerpoint/2010/main" val="147117023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fld id="{AB2548B2-18A0-4FF0-9C2B-CB90FB370802}" type="slidenum">
              <a:rPr lang="en-US" altLang="id-ID"/>
              <a:pPr/>
              <a:t>‹#›</a:t>
            </a:fld>
            <a:endParaRPr lang="en-US" altLang="id-ID"/>
          </a:p>
        </p:txBody>
      </p:sp>
    </p:spTree>
    <p:extLst>
      <p:ext uri="{BB962C8B-B14F-4D97-AF65-F5344CB8AC3E}">
        <p14:creationId xmlns:p14="http://schemas.microsoft.com/office/powerpoint/2010/main" val="2955617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fld id="{5BB03AAF-61C7-4410-93AD-1004AAF946AD}" type="slidenum">
              <a:rPr lang="en-US" altLang="id-ID"/>
              <a:pPr/>
              <a:t>‹#›</a:t>
            </a:fld>
            <a:endParaRPr lang="en-US" altLang="id-ID"/>
          </a:p>
        </p:txBody>
      </p:sp>
    </p:spTree>
    <p:extLst>
      <p:ext uri="{BB962C8B-B14F-4D97-AF65-F5344CB8AC3E}">
        <p14:creationId xmlns:p14="http://schemas.microsoft.com/office/powerpoint/2010/main" val="3116307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Box 3"/>
          <p:cNvSpPr txBox="1"/>
          <p:nvPr userDrawn="1"/>
        </p:nvSpPr>
        <p:spPr>
          <a:xfrm>
            <a:off x="8429625" y="6497638"/>
            <a:ext cx="490538" cy="288925"/>
          </a:xfrm>
          <a:prstGeom prst="rect">
            <a:avLst/>
          </a:prstGeom>
          <a:noFill/>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fld id="{227AB016-053A-487D-A70C-D0596B6A02F0}" type="slidenum">
              <a:rPr lang="fr-FR" altLang="id-ID">
                <a:solidFill>
                  <a:srgbClr val="595959"/>
                </a:solidFill>
                <a:latin typeface="Tahoma" panose="020B0604030504040204" pitchFamily="34" charset="0"/>
                <a:cs typeface="Tahoma" panose="020B0604030504040204" pitchFamily="34" charset="0"/>
              </a:rPr>
              <a:pPr eaLnBrk="1" hangingPunct="1">
                <a:buFont typeface="Wingdings" panose="05000000000000000000" pitchFamily="2" charset="2"/>
                <a:buNone/>
              </a:pPr>
              <a:t>‹#›</a:t>
            </a:fld>
            <a:endParaRPr lang="fr-FR" altLang="id-ID">
              <a:solidFill>
                <a:srgbClr val="595959"/>
              </a:solidFill>
              <a:latin typeface="Tahoma" panose="020B0604030504040204" pitchFamily="34" charset="0"/>
              <a:cs typeface="Tahoma" panose="020B0604030504040204" pitchFamily="34" charset="0"/>
            </a:endParaRPr>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5" name="Date Placeholder 2"/>
          <p:cNvSpPr>
            <a:spLocks noGrp="1"/>
          </p:cNvSpPr>
          <p:nvPr>
            <p:ph type="dt" sz="half" idx="10"/>
          </p:nvPr>
        </p:nvSpPr>
        <p:spPr/>
        <p:txBody>
          <a:bodyPr/>
          <a:lstStyle>
            <a:lvl1pPr>
              <a:defRPr/>
            </a:lvl1pPr>
          </a:lstStyle>
          <a:p>
            <a:pPr>
              <a:defRPr/>
            </a:pPr>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fld id="{7D85317F-719D-4120-978C-5592AE170706}" type="slidenum">
              <a:rPr lang="en-US" altLang="id-ID"/>
              <a:pPr/>
              <a:t>‹#›</a:t>
            </a:fld>
            <a:endParaRPr lang="en-US" altLang="id-ID"/>
          </a:p>
        </p:txBody>
      </p:sp>
    </p:spTree>
    <p:extLst>
      <p:ext uri="{BB962C8B-B14F-4D97-AF65-F5344CB8AC3E}">
        <p14:creationId xmlns:p14="http://schemas.microsoft.com/office/powerpoint/2010/main" val="359544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charset="0"/>
              <a:cs typeface="Arial" charset="0"/>
            </a:endParaRPr>
          </a:p>
        </p:txBody>
      </p:sp>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ate Placeholder 1"/>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fld id="{D66A005B-3A2E-49E2-AB02-D13282E8F408}" type="slidenum">
              <a:rPr lang="en-US" altLang="id-ID"/>
              <a:pPr/>
              <a:t>‹#›</a:t>
            </a:fld>
            <a:endParaRPr lang="en-US" altLang="id-ID"/>
          </a:p>
        </p:txBody>
      </p:sp>
    </p:spTree>
    <p:extLst>
      <p:ext uri="{BB962C8B-B14F-4D97-AF65-F5344CB8AC3E}">
        <p14:creationId xmlns:p14="http://schemas.microsoft.com/office/powerpoint/2010/main" val="1986813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charset="0"/>
              <a:cs typeface="Arial" charset="0"/>
            </a:endParaRPr>
          </a:p>
        </p:txBody>
      </p:sp>
      <p:sp>
        <p:nvSpPr>
          <p:cNvPr id="6" name="Straight Connector 5"/>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latin typeface="Arial" charset="0"/>
              <a:cs typeface="Arial" charset="0"/>
            </a:endParaRPr>
          </a:p>
        </p:txBody>
      </p:sp>
      <p:sp>
        <p:nvSpPr>
          <p:cNvPr id="7" name="Isosceles Triangle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fld id="{2A236F42-A600-451D-99D6-2FA40DE4B6F6}" type="slidenum">
              <a:rPr lang="en-US" altLang="id-ID"/>
              <a:pPr/>
              <a:t>‹#›</a:t>
            </a:fld>
            <a:endParaRPr lang="en-US" altLang="id-ID"/>
          </a:p>
        </p:txBody>
      </p:sp>
    </p:spTree>
    <p:extLst>
      <p:ext uri="{BB962C8B-B14F-4D97-AF65-F5344CB8AC3E}">
        <p14:creationId xmlns:p14="http://schemas.microsoft.com/office/powerpoint/2010/main" val="11241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charset="0"/>
              <a:cs typeface="Arial" charset="0"/>
            </a:endParaRPr>
          </a:p>
        </p:txBody>
      </p:sp>
      <p:sp>
        <p:nvSpPr>
          <p:cNvPr id="6" name="Isosceles Triangle 5"/>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fld id="{AAD51D01-725F-4994-854A-441D2770A469}" type="slidenum">
              <a:rPr lang="en-US" altLang="id-ID"/>
              <a:pPr/>
              <a:t>‹#›</a:t>
            </a:fld>
            <a:endParaRPr lang="en-US" altLang="id-ID"/>
          </a:p>
        </p:txBody>
      </p:sp>
    </p:spTree>
    <p:extLst>
      <p:ext uri="{BB962C8B-B14F-4D97-AF65-F5344CB8AC3E}">
        <p14:creationId xmlns:p14="http://schemas.microsoft.com/office/powerpoint/2010/main" val="288513192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fld id="{0F1B3F13-1770-4E02-9CD2-BE857263D86B}" type="slidenum">
              <a:rPr lang="en-US" altLang="id-ID"/>
              <a:pPr/>
              <a:t>‹#›</a:t>
            </a:fld>
            <a:endParaRPr lang="en-US" altLang="id-ID"/>
          </a:p>
        </p:txBody>
      </p:sp>
    </p:spTree>
    <p:extLst>
      <p:ext uri="{BB962C8B-B14F-4D97-AF65-F5344CB8AC3E}">
        <p14:creationId xmlns:p14="http://schemas.microsoft.com/office/powerpoint/2010/main" val="118728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charset="0"/>
              <a:cs typeface="Arial" charset="0"/>
            </a:endParaRPr>
          </a:p>
        </p:txBody>
      </p:sp>
      <p:sp>
        <p:nvSpPr>
          <p:cNvPr id="5" name="Isosceles Triangle 4"/>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5"/>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charset="0"/>
              <a:cs typeface="Arial" charset="0"/>
            </a:endParaRP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5A7E39C0-A8EB-485F-B616-4E473422543F}" type="slidenum">
              <a:rPr lang="en-US" altLang="id-ID"/>
              <a:pPr/>
              <a:t>‹#›</a:t>
            </a:fld>
            <a:endParaRPr lang="en-US" altLang="id-ID"/>
          </a:p>
        </p:txBody>
      </p:sp>
    </p:spTree>
    <p:extLst>
      <p:ext uri="{BB962C8B-B14F-4D97-AF65-F5344CB8AC3E}">
        <p14:creationId xmlns:p14="http://schemas.microsoft.com/office/powerpoint/2010/main" val="2664944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21"/>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id-ID"/>
              <a:t>Click to edit Master title style</a:t>
            </a:r>
          </a:p>
        </p:txBody>
      </p:sp>
      <p:sp>
        <p:nvSpPr>
          <p:cNvPr id="4099" name="Text Placeholder 12"/>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id-ID"/>
              <a:t>Click to edit Master text styles</a:t>
            </a:r>
          </a:p>
          <a:p>
            <a:pPr lvl="1"/>
            <a:r>
              <a:rPr lang="en-US" altLang="id-ID"/>
              <a:t>Second level</a:t>
            </a:r>
          </a:p>
          <a:p>
            <a:pPr lvl="2"/>
            <a:r>
              <a:rPr lang="en-US" altLang="id-ID"/>
              <a:t>Third level</a:t>
            </a:r>
          </a:p>
          <a:p>
            <a:pPr lvl="3"/>
            <a:r>
              <a:rPr lang="en-US" altLang="id-ID"/>
              <a:t>Fourth level</a:t>
            </a:r>
          </a:p>
          <a:p>
            <a:pPr lvl="4"/>
            <a:r>
              <a:rPr lang="en-US" altLang="id-ID"/>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latin typeface="Arial" charset="0"/>
                <a:cs typeface="Arial" charset="0"/>
              </a:defRPr>
            </a:lvl1pPr>
          </a:lstStyle>
          <a:p>
            <a:pPr>
              <a:defRPr/>
            </a:pPr>
            <a:endParaRPr lang="en-US"/>
          </a:p>
        </p:txBody>
      </p:sp>
      <p:sp>
        <p:nvSpPr>
          <p:cNvPr id="3" name="Footer Placeholder 2"/>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Arial" charset="0"/>
                <a:cs typeface="Arial" charset="0"/>
              </a:defRPr>
            </a:lvl1pPr>
          </a:lstStyle>
          <a:p>
            <a:pPr>
              <a:defRPr/>
            </a:pPr>
            <a:endParaRPr lang="en-US"/>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defRPr>
            </a:lvl1pPr>
          </a:lstStyle>
          <a:p>
            <a:fld id="{D97032E7-C81F-41FD-8FBF-FDEF047C1940}" type="slidenum">
              <a:rPr lang="en-US" altLang="id-ID"/>
              <a:pPr/>
              <a:t>‹#›</a:t>
            </a:fld>
            <a:endParaRPr lang="en-US" altLang="id-ID"/>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charset="0"/>
              <a:cs typeface="Arial" charset="0"/>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latin typeface="Arial" charset="0"/>
              <a:cs typeface="Arial" charset="0"/>
            </a:endParaRPr>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2" r:id="rId4"/>
    <p:sldLayoutId id="2147484153" r:id="rId5"/>
    <p:sldLayoutId id="2147484158" r:id="rId6"/>
    <p:sldLayoutId id="2147484159" r:id="rId7"/>
    <p:sldLayoutId id="2147484160" r:id="rId8"/>
    <p:sldLayoutId id="2147484161" r:id="rId9"/>
    <p:sldLayoutId id="2147484154" r:id="rId10"/>
    <p:sldLayoutId id="2147484162" r:id="rId11"/>
  </p:sldLayoutIdLst>
  <p:hf hdr="0" ftr="0" dt="0"/>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4.wmf"/><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13.w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jpeg"/><Relationship Id="rId7" Type="http://schemas.openxmlformats.org/officeDocument/2006/relationships/image" Target="../media/image16.wmf"/><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5.wmf"/><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3" Type="http://schemas.openxmlformats.org/officeDocument/2006/relationships/hyperlink" Target="https://listoffreeware.com/free-bioinformatics-software-windows/"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446090" y="1340768"/>
            <a:ext cx="8358188" cy="714375"/>
          </a:xfrm>
        </p:spPr>
        <p:txBody>
          <a:bodyPr/>
          <a:lstStyle/>
          <a:p>
            <a:pPr algn="ctr" eaLnBrk="1" hangingPunct="1"/>
            <a:r>
              <a:rPr lang="en-US" altLang="id-ID" sz="2800" dirty="0"/>
              <a:t>KM184506 </a:t>
            </a:r>
            <a:r>
              <a:rPr lang="en-US" altLang="id-ID" sz="2800" dirty="0" err="1"/>
              <a:t>Teknik</a:t>
            </a:r>
            <a:r>
              <a:rPr lang="en-US" altLang="id-ID" sz="2800" dirty="0"/>
              <a:t> </a:t>
            </a:r>
            <a:r>
              <a:rPr lang="en-US" altLang="id-ID" sz="2800" dirty="0" err="1"/>
              <a:t>Simulasi</a:t>
            </a:r>
            <a:r>
              <a:rPr lang="en-US" altLang="id-ID" sz="2800" dirty="0"/>
              <a:t> </a:t>
            </a:r>
            <a:endParaRPr lang="en-US" altLang="id-ID" sz="3600" dirty="0">
              <a:solidFill>
                <a:schemeClr val="tx2"/>
              </a:solidFill>
            </a:endParaRPr>
          </a:p>
        </p:txBody>
      </p:sp>
      <p:sp>
        <p:nvSpPr>
          <p:cNvPr id="13" name="Rectangle 11"/>
          <p:cNvSpPr>
            <a:spLocks noChangeArrowheads="1"/>
          </p:cNvSpPr>
          <p:nvPr/>
        </p:nvSpPr>
        <p:spPr bwMode="auto">
          <a:xfrm>
            <a:off x="1216214" y="5089525"/>
            <a:ext cx="6817940" cy="571500"/>
          </a:xfrm>
          <a:prstGeom prst="rect">
            <a:avLst/>
          </a:prstGeom>
          <a:noFill/>
          <a:ln w="9525">
            <a:noFill/>
            <a:miter lim="800000"/>
            <a:headEnd/>
            <a:tailEnd/>
          </a:ln>
        </p:spPr>
        <p:txBody>
          <a:bodyPr/>
          <a:lstStyle/>
          <a:p>
            <a:pPr algn="ctr">
              <a:lnSpc>
                <a:spcPct val="100000"/>
              </a:lnSpc>
              <a:buFont typeface="Wingdings" panose="05000000000000000000" pitchFamily="2" charset="2"/>
              <a:buNone/>
              <a:defRPr/>
            </a:pPr>
            <a:r>
              <a:rPr lang="en-US" sz="3200" dirty="0">
                <a:latin typeface="+mj-lt"/>
                <a:cs typeface="Arial" charset="0"/>
              </a:rPr>
              <a:t>Prof. Dr. tech. M. Isa </a:t>
            </a:r>
            <a:r>
              <a:rPr lang="en-US" sz="3200" dirty="0" err="1">
                <a:latin typeface="+mj-lt"/>
                <a:cs typeface="Arial" charset="0"/>
              </a:rPr>
              <a:t>Irawan</a:t>
            </a:r>
            <a:r>
              <a:rPr lang="en-US" sz="3200" dirty="0">
                <a:latin typeface="+mj-lt"/>
                <a:cs typeface="Arial" charset="0"/>
              </a:rPr>
              <a:t>, MT</a:t>
            </a:r>
          </a:p>
        </p:txBody>
      </p:sp>
      <p:sp>
        <p:nvSpPr>
          <p:cNvPr id="19" name="Rectangle 11"/>
          <p:cNvSpPr>
            <a:spLocks noChangeArrowheads="1"/>
          </p:cNvSpPr>
          <p:nvPr/>
        </p:nvSpPr>
        <p:spPr bwMode="auto">
          <a:xfrm>
            <a:off x="6500813" y="6357938"/>
            <a:ext cx="2452687" cy="500062"/>
          </a:xfrm>
          <a:prstGeom prst="rect">
            <a:avLst/>
          </a:prstGeom>
          <a:noFill/>
          <a:ln w="9525">
            <a:noFill/>
            <a:miter lim="800000"/>
            <a:headEnd/>
            <a:tailEnd/>
          </a:ln>
        </p:spPr>
        <p:txBody>
          <a:bodyPr/>
          <a:lstStyle/>
          <a:p>
            <a:pPr>
              <a:lnSpc>
                <a:spcPct val="100000"/>
              </a:lnSpc>
              <a:buFont typeface="Wingdings" panose="05000000000000000000" pitchFamily="2" charset="2"/>
              <a:buNone/>
              <a:defRPr/>
            </a:pPr>
            <a:r>
              <a:rPr lang="en-US" sz="2000">
                <a:latin typeface="+mj-lt"/>
                <a:cs typeface="Arial" charset="0"/>
              </a:rPr>
              <a:t>02 October </a:t>
            </a:r>
            <a:r>
              <a:rPr lang="en-US" sz="2000" dirty="0">
                <a:latin typeface="+mj-lt"/>
                <a:cs typeface="Arial" charset="0"/>
              </a:rPr>
              <a:t>2010</a:t>
            </a:r>
          </a:p>
        </p:txBody>
      </p:sp>
      <p:sp>
        <p:nvSpPr>
          <p:cNvPr id="20" name="Rectangle 19"/>
          <p:cNvSpPr/>
          <p:nvPr/>
        </p:nvSpPr>
        <p:spPr>
          <a:xfrm>
            <a:off x="1357313" y="3857625"/>
            <a:ext cx="6643687" cy="534988"/>
          </a:xfrm>
          <a:prstGeom prst="rect">
            <a:avLst/>
          </a:prstGeom>
        </p:spPr>
        <p:txBody>
          <a:bodyPr>
            <a:spAutoFit/>
          </a:bodyPr>
          <a:lstStyle/>
          <a:p>
            <a:pPr>
              <a:buFont typeface="Wingdings" panose="05000000000000000000" pitchFamily="2" charset="2"/>
              <a:buNone/>
              <a:defRPr/>
            </a:pPr>
            <a:r>
              <a:rPr lang="en-US" sz="3600">
                <a:solidFill>
                  <a:schemeClr val="tx2"/>
                </a:solidFill>
                <a:latin typeface="+mj-lt"/>
                <a:ea typeface="+mj-ea"/>
                <a:cs typeface="+mj-cs"/>
              </a:rPr>
              <a:t>Lecture 9 </a:t>
            </a:r>
            <a:r>
              <a:rPr lang="en-US" sz="3600" dirty="0">
                <a:solidFill>
                  <a:schemeClr val="tx2"/>
                </a:solidFill>
                <a:latin typeface="+mj-lt"/>
                <a:ea typeface="+mj-ea"/>
                <a:cs typeface="+mj-cs"/>
              </a:rPr>
              <a:t>: Modeling</a:t>
            </a:r>
          </a:p>
        </p:txBody>
      </p:sp>
    </p:spTree>
    <p:extLst>
      <p:ext uri="{BB962C8B-B14F-4D97-AF65-F5344CB8AC3E}">
        <p14:creationId xmlns:p14="http://schemas.microsoft.com/office/powerpoint/2010/main" val="2722639157"/>
      </p:ext>
    </p:extLst>
  </p:cSld>
  <p:clrMapOvr>
    <a:masterClrMapping/>
  </p:clrMapOvr>
  <p:transition advTm="1400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fr-FR" altLang="id-ID"/>
              <a:t>What is modeling?</a:t>
            </a:r>
            <a:endParaRPr lang="en-US" altLang="id-ID"/>
          </a:p>
        </p:txBody>
      </p:sp>
      <p:sp>
        <p:nvSpPr>
          <p:cNvPr id="14339" name="Content Placeholder 3"/>
          <p:cNvSpPr>
            <a:spLocks noGrp="1"/>
          </p:cNvSpPr>
          <p:nvPr>
            <p:ph sz="quarter" idx="1"/>
          </p:nvPr>
        </p:nvSpPr>
        <p:spPr>
          <a:xfrm>
            <a:off x="457200" y="1219200"/>
            <a:ext cx="8229600" cy="4937125"/>
          </a:xfrm>
        </p:spPr>
        <p:txBody>
          <a:bodyPr anchor="ctr"/>
          <a:lstStyle/>
          <a:p>
            <a:pPr eaLnBrk="1" hangingPunct="1"/>
            <a:r>
              <a:rPr lang="en-US" altLang="id-ID" sz="2800"/>
              <a:t>A </a:t>
            </a:r>
            <a:r>
              <a:rPr lang="en-US" altLang="id-ID" sz="2800" b="1">
                <a:solidFill>
                  <a:srgbClr val="C00000"/>
                </a:solidFill>
              </a:rPr>
              <a:t>Model</a:t>
            </a:r>
            <a:r>
              <a:rPr lang="en-US" altLang="id-ID" sz="2800"/>
              <a:t> is a simplification of a real system</a:t>
            </a:r>
          </a:p>
          <a:p>
            <a:pPr eaLnBrk="1" hangingPunct="1"/>
            <a:r>
              <a:rPr lang="en-US" altLang="id-ID" sz="2800" b="1">
                <a:solidFill>
                  <a:srgbClr val="C00000"/>
                </a:solidFill>
              </a:rPr>
              <a:t>Modeling</a:t>
            </a:r>
            <a:r>
              <a:rPr lang="en-US" altLang="id-ID" sz="2800"/>
              <a:t> is the process of representing a system with a specific tool to study its behavior</a:t>
            </a:r>
          </a:p>
          <a:p>
            <a:pPr eaLnBrk="1" hangingPunct="1"/>
            <a:r>
              <a:rPr lang="en-US" altLang="id-ID" sz="2800"/>
              <a:t>A model can be:</a:t>
            </a:r>
          </a:p>
          <a:p>
            <a:pPr lvl="1" eaLnBrk="1" hangingPunct="1"/>
            <a:r>
              <a:rPr lang="en-US" altLang="id-ID" sz="2500">
                <a:solidFill>
                  <a:srgbClr val="C00000"/>
                </a:solidFill>
              </a:rPr>
              <a:t>Analytic:</a:t>
            </a:r>
            <a:r>
              <a:rPr lang="en-US" altLang="id-ID" sz="2500"/>
              <a:t> when a mathematical approach is feasible (e.g. Queuing Model)</a:t>
            </a:r>
          </a:p>
          <a:p>
            <a:pPr lvl="1" eaLnBrk="1" hangingPunct="1"/>
            <a:r>
              <a:rPr lang="en-US" altLang="id-ID" sz="2500">
                <a:solidFill>
                  <a:srgbClr val="C00000"/>
                </a:solidFill>
              </a:rPr>
              <a:t>Simulation:</a:t>
            </a:r>
            <a:r>
              <a:rPr lang="en-US" altLang="id-ID" sz="2500"/>
              <a:t> model used for complex systems</a:t>
            </a:r>
          </a:p>
          <a:p>
            <a:pPr lvl="1" eaLnBrk="1" hangingPunct="1"/>
            <a:r>
              <a:rPr lang="fr-FR" altLang="id-ID" sz="2500">
                <a:solidFill>
                  <a:srgbClr val="C00000"/>
                </a:solidFill>
              </a:rPr>
              <a:t>Experimental:</a:t>
            </a:r>
            <a:r>
              <a:rPr lang="fr-FR" altLang="id-ID" sz="2500"/>
              <a:t> when the real system already exists</a:t>
            </a:r>
            <a:endParaRPr lang="en-US" altLang="id-ID" sz="2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5"/>
          <p:cNvSpPr>
            <a:spLocks noGrp="1"/>
          </p:cNvSpPr>
          <p:nvPr>
            <p:ph sz="quarter" idx="1"/>
          </p:nvPr>
        </p:nvSpPr>
        <p:spPr>
          <a:xfrm>
            <a:off x="457200" y="1214438"/>
            <a:ext cx="8229600" cy="4937125"/>
          </a:xfrm>
        </p:spPr>
        <p:txBody>
          <a:bodyPr/>
          <a:lstStyle/>
          <a:p>
            <a:pPr eaLnBrk="1" hangingPunct="1"/>
            <a:r>
              <a:rPr lang="en-US" altLang="id-ID"/>
              <a:t>A Model  is a pattern, plan, representation (especially in miniature), or description designed to show the main object or workings of an object, system, or concept. </a:t>
            </a:r>
          </a:p>
          <a:p>
            <a:pPr eaLnBrk="1" hangingPunct="1"/>
            <a:r>
              <a:rPr lang="en-US" altLang="id-ID"/>
              <a:t>Model may also refer to:</a:t>
            </a:r>
          </a:p>
          <a:p>
            <a:pPr lvl="1" eaLnBrk="1" hangingPunct="1"/>
            <a:r>
              <a:rPr lang="en-US" altLang="id-ID"/>
              <a:t>Abstractions, concepts, and theories</a:t>
            </a:r>
          </a:p>
          <a:p>
            <a:pPr lvl="1" eaLnBrk="1" hangingPunct="1"/>
            <a:r>
              <a:rPr lang="en-US" altLang="id-ID"/>
              <a:t>representations of objects</a:t>
            </a:r>
          </a:p>
          <a:p>
            <a:pPr lvl="1" eaLnBrk="1" hangingPunct="1"/>
            <a:r>
              <a:rPr lang="en-US" altLang="id-ID"/>
              <a:t>human and animal behavior</a:t>
            </a:r>
          </a:p>
          <a:p>
            <a:pPr lvl="1" eaLnBrk="1" hangingPunct="1"/>
            <a:r>
              <a:rPr lang="en-US" altLang="id-ID"/>
              <a:t>occupations</a:t>
            </a:r>
          </a:p>
          <a:p>
            <a:pPr lvl="1" eaLnBrk="1" hangingPunct="1"/>
            <a:r>
              <a:rPr lang="en-US" altLang="id-ID"/>
              <a:t>history and culture</a:t>
            </a:r>
          </a:p>
          <a:p>
            <a:pPr lvl="1" eaLnBrk="1" hangingPunct="1"/>
            <a:r>
              <a:rPr lang="en-US" altLang="id-ID"/>
              <a:t>lighting</a:t>
            </a:r>
          </a:p>
          <a:p>
            <a:pPr lvl="1" eaLnBrk="1" hangingPunct="1"/>
            <a:r>
              <a:rPr lang="en-US" altLang="id-ID"/>
              <a:t>In geography …</a:t>
            </a:r>
          </a:p>
        </p:txBody>
      </p:sp>
      <p:sp>
        <p:nvSpPr>
          <p:cNvPr id="15363" name="Rectangle 4"/>
          <p:cNvSpPr>
            <a:spLocks noChangeArrowheads="1"/>
          </p:cNvSpPr>
          <p:nvPr/>
        </p:nvSpPr>
        <p:spPr bwMode="auto">
          <a:xfrm>
            <a:off x="5572125" y="285750"/>
            <a:ext cx="31940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a:t>http://en.wikipedia.org/wiki/Model</a:t>
            </a:r>
          </a:p>
        </p:txBody>
      </p:sp>
      <p:sp>
        <p:nvSpPr>
          <p:cNvPr id="15364" name="Title 6"/>
          <p:cNvSpPr>
            <a:spLocks noGrp="1"/>
          </p:cNvSpPr>
          <p:nvPr>
            <p:ph type="title"/>
          </p:nvPr>
        </p:nvSpPr>
        <p:spPr/>
        <p:txBody>
          <a:bodyPr/>
          <a:lstStyle/>
          <a:p>
            <a:pPr eaLnBrk="1" hangingPunct="1"/>
            <a:r>
              <a:rPr lang="fr-FR" altLang="id-ID"/>
              <a:t>Model (Wikipedia)</a:t>
            </a:r>
            <a:endParaRPr lang="en-US" altLang="id-ID"/>
          </a:p>
        </p:txBody>
      </p:sp>
    </p:spTree>
  </p:cSld>
  <p:clrMapOvr>
    <a:masterClrMapping/>
  </p:clrMapOvr>
  <p:transition advTm="6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5"/>
          <p:cNvSpPr>
            <a:spLocks noGrp="1"/>
          </p:cNvSpPr>
          <p:nvPr>
            <p:ph type="sldNum" sz="quarter" idx="12"/>
          </p:nvPr>
        </p:nvSpPr>
        <p:spPr/>
        <p:txBody>
          <a:bodyPr>
            <a:norm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fld id="{7E5578B8-C317-420F-B7EC-201F44BB9A5C}" type="slidenum">
              <a:rPr lang="en-US" altLang="id-ID" sz="1400">
                <a:solidFill>
                  <a:schemeClr val="tx2"/>
                </a:solidFill>
                <a:latin typeface="Bookman Old Style" panose="02050604050505020204" pitchFamily="18" charset="0"/>
              </a:rPr>
              <a:pPr eaLnBrk="1" hangingPunct="1">
                <a:buFont typeface="Wingdings" panose="05000000000000000000" pitchFamily="2" charset="2"/>
                <a:buNone/>
              </a:pPr>
              <a:t>4</a:t>
            </a:fld>
            <a:endParaRPr lang="en-US" altLang="id-ID" sz="1400">
              <a:solidFill>
                <a:schemeClr val="tx2"/>
              </a:solidFill>
              <a:latin typeface="Bookman Old Style" panose="02050604050505020204" pitchFamily="18" charset="0"/>
            </a:endParaRPr>
          </a:p>
        </p:txBody>
      </p:sp>
      <p:graphicFrame>
        <p:nvGraphicFramePr>
          <p:cNvPr id="6" name="Content Placeholder 5"/>
          <p:cNvGraphicFramePr>
            <a:graphicFrameLocks noGrp="1"/>
          </p:cNvGraphicFramePr>
          <p:nvPr>
            <p:ph sz="quarter" idx="1"/>
          </p:nvPr>
        </p:nvGraphicFramePr>
        <p:xfrm>
          <a:off x="457200" y="1219200"/>
          <a:ext cx="8229600" cy="4937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388" name="Title 6"/>
          <p:cNvSpPr>
            <a:spLocks noGrp="1"/>
          </p:cNvSpPr>
          <p:nvPr>
            <p:ph type="title"/>
          </p:nvPr>
        </p:nvSpPr>
        <p:spPr/>
        <p:txBody>
          <a:bodyPr/>
          <a:lstStyle/>
          <a:p>
            <a:pPr eaLnBrk="1" hangingPunct="1"/>
            <a:r>
              <a:rPr lang="fr-FR" altLang="id-ID"/>
              <a:t>Examples</a:t>
            </a:r>
            <a:endParaRPr lang="en-US" altLang="id-I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GB" altLang="id-ID">
                <a:solidFill>
                  <a:srgbClr val="7030A0"/>
                </a:solidFill>
              </a:rPr>
              <a:t>Examples: Movement</a:t>
            </a:r>
            <a:endParaRPr lang="en-GB" altLang="id-ID" sz="3400">
              <a:solidFill>
                <a:srgbClr val="7030A0"/>
              </a:solidFill>
            </a:endParaRPr>
          </a:p>
        </p:txBody>
      </p:sp>
      <p:sp>
        <p:nvSpPr>
          <p:cNvPr id="5" name="Content Placeholder 4"/>
          <p:cNvSpPr>
            <a:spLocks noGrp="1"/>
          </p:cNvSpPr>
          <p:nvPr>
            <p:ph sz="quarter" idx="1"/>
          </p:nvPr>
        </p:nvSpPr>
        <p:spPr>
          <a:xfrm>
            <a:off x="457200" y="1219200"/>
            <a:ext cx="8229600" cy="4937125"/>
          </a:xfrm>
        </p:spPr>
        <p:txBody>
          <a:bodyPr anchor="ctr">
            <a:normAutofit lnSpcReduction="10000"/>
          </a:bodyPr>
          <a:lstStyle/>
          <a:p>
            <a:pPr marL="274320" indent="-274320" eaLnBrk="1" fontAlgn="auto" hangingPunct="1">
              <a:spcAft>
                <a:spcPts val="0"/>
              </a:spcAft>
              <a:buFont typeface="Wingdings 3"/>
              <a:buChar char=""/>
              <a:defRPr/>
            </a:pPr>
            <a:r>
              <a:rPr lang="en-US" dirty="0"/>
              <a:t>Consider a system when a given object move</a:t>
            </a:r>
          </a:p>
          <a:p>
            <a:pPr marL="274320" indent="-274320" eaLnBrk="1" fontAlgn="auto" hangingPunct="1">
              <a:spcAft>
                <a:spcPts val="0"/>
              </a:spcAft>
              <a:buFont typeface="Wingdings 3"/>
              <a:buChar char=""/>
              <a:defRPr/>
            </a:pPr>
            <a:r>
              <a:rPr lang="en-US" dirty="0"/>
              <a:t>This system can be modeled by the equation </a:t>
            </a:r>
          </a:p>
          <a:p>
            <a:pPr marL="274320" indent="-274320" algn="ctr" eaLnBrk="1" fontAlgn="auto" hangingPunct="1">
              <a:spcAft>
                <a:spcPts val="0"/>
              </a:spcAft>
              <a:buFont typeface="Wingdings 3"/>
              <a:buNone/>
              <a:defRPr/>
            </a:pPr>
            <a:r>
              <a:rPr lang="en-US" dirty="0"/>
              <a:t>S= V * t</a:t>
            </a:r>
          </a:p>
          <a:p>
            <a:pPr marL="274320" indent="-274320" eaLnBrk="1" fontAlgn="auto" hangingPunct="1">
              <a:spcAft>
                <a:spcPts val="0"/>
              </a:spcAft>
              <a:buFont typeface="Wingdings 3"/>
              <a:buNone/>
              <a:defRPr/>
            </a:pPr>
            <a:r>
              <a:rPr lang="en-US" dirty="0"/>
              <a:t>Where S is the distance run through </a:t>
            </a:r>
          </a:p>
          <a:p>
            <a:pPr marL="548640" lvl="1" indent="-274320" eaLnBrk="1" fontAlgn="auto" hangingPunct="1">
              <a:spcAft>
                <a:spcPts val="0"/>
              </a:spcAft>
              <a:buFont typeface="Wingdings 3"/>
              <a:buChar char=""/>
              <a:defRPr/>
            </a:pPr>
            <a:r>
              <a:rPr lang="en-US" dirty="0"/>
              <a:t>V is the speed of the object</a:t>
            </a:r>
          </a:p>
          <a:p>
            <a:pPr marL="548640" lvl="1" indent="-274320" eaLnBrk="1" fontAlgn="auto" hangingPunct="1">
              <a:spcAft>
                <a:spcPts val="0"/>
              </a:spcAft>
              <a:buFont typeface="Wingdings 3"/>
              <a:buChar char=""/>
              <a:defRPr/>
            </a:pPr>
            <a:r>
              <a:rPr lang="en-US" dirty="0"/>
              <a:t> t is the time that has been observed. </a:t>
            </a:r>
          </a:p>
          <a:p>
            <a:pPr marL="274320" indent="-274320" eaLnBrk="1" fontAlgn="auto" hangingPunct="1">
              <a:spcAft>
                <a:spcPts val="0"/>
              </a:spcAft>
              <a:buFont typeface="Wingdings 3"/>
              <a:buChar char=""/>
              <a:defRPr/>
            </a:pPr>
            <a:r>
              <a:rPr lang="en-US" dirty="0"/>
              <a:t>This is simplification of the real world</a:t>
            </a:r>
          </a:p>
          <a:p>
            <a:pPr marL="274320" indent="-274320" eaLnBrk="1" fontAlgn="auto" hangingPunct="1">
              <a:spcAft>
                <a:spcPts val="0"/>
              </a:spcAft>
              <a:buFont typeface="Wingdings 3"/>
              <a:buChar char=""/>
              <a:defRPr/>
            </a:pPr>
            <a:r>
              <a:rPr lang="en-US" dirty="0"/>
              <a:t>Another model can take into account the direction of movement, or the three dimension coordinate …</a:t>
            </a:r>
          </a:p>
          <a:p>
            <a:pPr marL="274320" indent="-274320" eaLnBrk="1" fontAlgn="auto" hangingPunct="1">
              <a:spcAft>
                <a:spcPts val="0"/>
              </a:spcAft>
              <a:buFont typeface="Wingdings 3"/>
              <a:buChar char=""/>
              <a:defRPr/>
            </a:pPr>
            <a:r>
              <a:rPr lang="en-US" dirty="0"/>
              <a:t>It is therefore to study the </a:t>
            </a:r>
            <a:r>
              <a:rPr lang="en-US" dirty="0" err="1"/>
              <a:t>behaviour</a:t>
            </a:r>
            <a:r>
              <a:rPr lang="en-US" dirty="0"/>
              <a:t> of the system based on a specific model</a:t>
            </a:r>
          </a:p>
        </p:txBody>
      </p:sp>
      <p:grpSp>
        <p:nvGrpSpPr>
          <p:cNvPr id="17412" name="Group 15"/>
          <p:cNvGrpSpPr>
            <a:grpSpLocks/>
          </p:cNvGrpSpPr>
          <p:nvPr/>
        </p:nvGrpSpPr>
        <p:grpSpPr bwMode="auto">
          <a:xfrm>
            <a:off x="6715125" y="2286000"/>
            <a:ext cx="2000250" cy="574675"/>
            <a:chOff x="6715140" y="2141528"/>
            <a:chExt cx="2000264" cy="574680"/>
          </a:xfrm>
        </p:grpSpPr>
        <p:cxnSp>
          <p:nvCxnSpPr>
            <p:cNvPr id="9" name="Straight Connector 8"/>
            <p:cNvCxnSpPr/>
            <p:nvPr/>
          </p:nvCxnSpPr>
          <p:spPr>
            <a:xfrm>
              <a:off x="6715140" y="2714621"/>
              <a:ext cx="2000264" cy="158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7072331" y="2285992"/>
              <a:ext cx="642941" cy="428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2" name="Straight Arrow Connector 11"/>
            <p:cNvCxnSpPr/>
            <p:nvPr/>
          </p:nvCxnSpPr>
          <p:spPr>
            <a:xfrm>
              <a:off x="7500959" y="2500306"/>
              <a:ext cx="92869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416" name="TextBox 12"/>
            <p:cNvSpPr txBox="1">
              <a:spLocks noChangeArrowheads="1"/>
            </p:cNvSpPr>
            <p:nvPr/>
          </p:nvSpPr>
          <p:spPr bwMode="auto">
            <a:xfrm>
              <a:off x="7929586" y="2143116"/>
              <a:ext cx="320922" cy="28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a:t>V</a:t>
              </a:r>
              <a:endParaRPr lang="en-US" altLang="id-ID"/>
            </a:p>
          </p:txBody>
        </p:sp>
        <p:cxnSp>
          <p:nvCxnSpPr>
            <p:cNvPr id="15" name="Straight Arrow Connector 14"/>
            <p:cNvCxnSpPr/>
            <p:nvPr/>
          </p:nvCxnSpPr>
          <p:spPr>
            <a:xfrm>
              <a:off x="7967687" y="2141528"/>
              <a:ext cx="285752"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5"/>
          <p:cNvSpPr>
            <a:spLocks noGrp="1"/>
          </p:cNvSpPr>
          <p:nvPr>
            <p:ph type="sldNum" sz="quarter" idx="12"/>
          </p:nvPr>
        </p:nvSpPr>
        <p:spPr/>
        <p:txBody>
          <a:bodyPr>
            <a:norm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fld id="{A09D1DC9-5BDD-4C7A-80E9-C3CC850E5575}" type="slidenum">
              <a:rPr lang="en-US" altLang="id-ID" sz="1400">
                <a:solidFill>
                  <a:schemeClr val="tx2"/>
                </a:solidFill>
                <a:latin typeface="Bookman Old Style" panose="02050604050505020204" pitchFamily="18" charset="0"/>
              </a:rPr>
              <a:pPr eaLnBrk="1" hangingPunct="1">
                <a:buFont typeface="Wingdings" panose="05000000000000000000" pitchFamily="2" charset="2"/>
                <a:buNone/>
              </a:pPr>
              <a:t>6</a:t>
            </a:fld>
            <a:endParaRPr lang="en-US" altLang="id-ID" sz="1400">
              <a:solidFill>
                <a:schemeClr val="tx2"/>
              </a:solidFill>
              <a:latin typeface="Bookman Old Style" panose="02050604050505020204" pitchFamily="18" charset="0"/>
            </a:endParaRPr>
          </a:p>
        </p:txBody>
      </p:sp>
      <p:pic>
        <p:nvPicPr>
          <p:cNvPr id="184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1857375"/>
            <a:ext cx="4357687"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8436" name="Rectangle 5"/>
          <p:cNvSpPr>
            <a:spLocks noChangeArrowheads="1"/>
          </p:cNvSpPr>
          <p:nvPr/>
        </p:nvSpPr>
        <p:spPr bwMode="auto">
          <a:xfrm>
            <a:off x="4572000" y="1501775"/>
            <a:ext cx="45720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sz="1100" b="1"/>
              <a:t>Source:</a:t>
            </a:r>
            <a:r>
              <a:rPr lang="fr-FR" altLang="id-ID" sz="1100"/>
              <a:t> HE et al.: AN ACCURATE MARKOV MODEL FOR SLOTTED CSMA/CA ALGORITHM IN IEEE 802.15.4 NETWORKS, IEEE COMMUNICATIONS LETTERS, VOL. 12, NO. 6, JUNE 2008</a:t>
            </a:r>
          </a:p>
        </p:txBody>
      </p:sp>
      <p:pic>
        <p:nvPicPr>
          <p:cNvPr id="1843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8" y="1571625"/>
            <a:ext cx="2820987"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8438" name="Rectangle 7"/>
          <p:cNvSpPr>
            <a:spLocks noChangeArrowheads="1"/>
          </p:cNvSpPr>
          <p:nvPr/>
        </p:nvSpPr>
        <p:spPr bwMode="auto">
          <a:xfrm>
            <a:off x="0" y="6000750"/>
            <a:ext cx="3643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sz="1000"/>
              <a:t>A. Koubâa, M. Alves, E. Tovar</a:t>
            </a:r>
            <a:br>
              <a:rPr lang="fr-FR" altLang="id-ID" sz="1000"/>
            </a:br>
            <a:r>
              <a:rPr lang="fr-FR" altLang="id-ID" sz="1000" b="1"/>
              <a:t>A Comprehensive Simulation Study of Slotted CSMA/CA for IEEE 802.15.4 Wireless Sensor Networks</a:t>
            </a:r>
            <a:br>
              <a:rPr lang="fr-FR" altLang="id-ID" sz="1000"/>
            </a:br>
            <a:r>
              <a:rPr lang="fr-FR" altLang="id-ID" sz="1000"/>
              <a:t>In IEEE WFCS 2006, Torino (Italy), June 2006.</a:t>
            </a:r>
          </a:p>
        </p:txBody>
      </p:sp>
      <p:sp>
        <p:nvSpPr>
          <p:cNvPr id="9" name="Right Arrow 8"/>
          <p:cNvSpPr/>
          <p:nvPr/>
        </p:nvSpPr>
        <p:spPr>
          <a:xfrm>
            <a:off x="3143250" y="2643188"/>
            <a:ext cx="1000125" cy="357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pic>
        <p:nvPicPr>
          <p:cNvPr id="1844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2763" y="3838575"/>
            <a:ext cx="2143125"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8441" name="Rectangle 9"/>
          <p:cNvSpPr>
            <a:spLocks noChangeArrowheads="1"/>
          </p:cNvSpPr>
          <p:nvPr/>
        </p:nvSpPr>
        <p:spPr bwMode="auto">
          <a:xfrm>
            <a:off x="4429125" y="5305425"/>
            <a:ext cx="2428875"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sz="1100"/>
              <a:t>Jelena Miˇsi´c∗ Vojislav B. Miˇsi´c Shairmina Shafi, </a:t>
            </a:r>
          </a:p>
          <a:p>
            <a:pPr eaLnBrk="1" hangingPunct="1">
              <a:buFont typeface="Wingdings" panose="05000000000000000000" pitchFamily="2" charset="2"/>
              <a:buNone/>
            </a:pPr>
            <a:r>
              <a:rPr lang="en-US" altLang="id-ID" sz="1100" b="1"/>
              <a:t>Performance of IEEE 802.15.4 beacon enabled PAN with uplink transmissions in </a:t>
            </a:r>
            <a:r>
              <a:rPr lang="fr-FR" altLang="id-ID" sz="1100" b="1"/>
              <a:t>non-saturation mode – access delay for finite buffers</a:t>
            </a:r>
            <a:r>
              <a:rPr lang="fr-FR" altLang="id-ID" sz="1100"/>
              <a:t>, </a:t>
            </a:r>
            <a:r>
              <a:rPr lang="en-US" altLang="id-ID" sz="1100"/>
              <a:t>Proceedings of the First International Conference on Broadband Networks (BROADNETS’04)</a:t>
            </a:r>
          </a:p>
        </p:txBody>
      </p:sp>
      <p:sp>
        <p:nvSpPr>
          <p:cNvPr id="18442" name="Title 10"/>
          <p:cNvSpPr>
            <a:spLocks noGrp="1"/>
          </p:cNvSpPr>
          <p:nvPr>
            <p:ph type="title"/>
          </p:nvPr>
        </p:nvSpPr>
        <p:spPr>
          <a:xfrm>
            <a:off x="457200" y="152400"/>
            <a:ext cx="8329613" cy="990600"/>
          </a:xfrm>
        </p:spPr>
        <p:txBody>
          <a:bodyPr/>
          <a:lstStyle/>
          <a:p>
            <a:pPr eaLnBrk="1" hangingPunct="1"/>
            <a:r>
              <a:rPr lang="en-US" altLang="id-ID"/>
              <a:t>Example: MAC protocols (e.g. CSMA/CA)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4"/>
          <p:cNvSpPr>
            <a:spLocks noGrp="1"/>
          </p:cNvSpPr>
          <p:nvPr>
            <p:ph sz="quarter" idx="1"/>
          </p:nvPr>
        </p:nvSpPr>
        <p:spPr>
          <a:xfrm>
            <a:off x="52388" y="1285875"/>
            <a:ext cx="5591175" cy="5114925"/>
          </a:xfrm>
        </p:spPr>
        <p:txBody>
          <a:bodyPr/>
          <a:lstStyle/>
          <a:p>
            <a:pPr eaLnBrk="1" hangingPunct="1"/>
            <a:r>
              <a:rPr lang="en-US" altLang="id-ID" sz="2400"/>
              <a:t>A </a:t>
            </a:r>
            <a:r>
              <a:rPr lang="en-US" altLang="id-ID" sz="2400" b="1"/>
              <a:t>radio propagation model</a:t>
            </a:r>
            <a:r>
              <a:rPr lang="en-US" altLang="id-ID" sz="2400"/>
              <a:t> is an empirical mathematical formulation for the characterization of radio wave propagation as a function of frequency, distance and other conditions.</a:t>
            </a:r>
          </a:p>
          <a:p>
            <a:pPr eaLnBrk="1" hangingPunct="1"/>
            <a:r>
              <a:rPr lang="en-US" altLang="id-ID" sz="2400"/>
              <a:t>Different types of models</a:t>
            </a:r>
          </a:p>
          <a:p>
            <a:pPr lvl="1" eaLnBrk="1" hangingPunct="1"/>
            <a:r>
              <a:rPr lang="en-US" altLang="id-ID" sz="2000"/>
              <a:t>Models for outdoor environments: </a:t>
            </a:r>
            <a:r>
              <a:rPr lang="fr-FR" altLang="id-ID" sz="2000"/>
              <a:t>Ground wave, Sky wave, Environmental Attenuation, Point-to-Point propagation models, Terrain models, City Models </a:t>
            </a:r>
          </a:p>
          <a:p>
            <a:pPr lvl="1" eaLnBrk="1" hangingPunct="1"/>
            <a:r>
              <a:rPr lang="fr-FR" altLang="id-ID" sz="2000"/>
              <a:t>Models for indoor environments</a:t>
            </a:r>
          </a:p>
          <a:p>
            <a:pPr eaLnBrk="1" hangingPunct="1"/>
            <a:r>
              <a:rPr lang="fr-FR" altLang="id-ID" sz="2400"/>
              <a:t>Free Path Loss Model </a:t>
            </a:r>
            <a:r>
              <a:rPr lang="fr-FR" altLang="id-ID" sz="2000"/>
              <a:t>(</a:t>
            </a:r>
            <a:r>
              <a:rPr lang="fr-FR" altLang="id-ID" sz="2000" b="1">
                <a:solidFill>
                  <a:srgbClr val="FF0000"/>
                </a:solidFill>
              </a:rPr>
              <a:t>Mathematical Model</a:t>
            </a:r>
            <a:r>
              <a:rPr lang="fr-FR" altLang="id-ID" sz="2000"/>
              <a:t>)</a:t>
            </a:r>
          </a:p>
          <a:p>
            <a:pPr lvl="2" eaLnBrk="1" hangingPunct="1"/>
            <a:endParaRPr lang="fr-FR" altLang="id-ID" sz="1800"/>
          </a:p>
        </p:txBody>
      </p:sp>
      <p:pic>
        <p:nvPicPr>
          <p:cNvPr id="19459" name="Picture 5" descr="&#10;\begin{align}&#10;  P_{r} &amp;= P_{u}\left ( \frac{G_{l}\lambda}{4\pi d} \right )^2&#10;\end{align}&#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5789613"/>
            <a:ext cx="1357313"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1714500"/>
            <a:ext cx="3667125"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9461" name="TextBox 7"/>
          <p:cNvSpPr txBox="1">
            <a:spLocks noChangeArrowheads="1"/>
          </p:cNvSpPr>
          <p:nvPr/>
        </p:nvSpPr>
        <p:spPr bwMode="auto">
          <a:xfrm>
            <a:off x="5719763" y="4786313"/>
            <a:ext cx="34004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b="1">
                <a:solidFill>
                  <a:srgbClr val="FF0000"/>
                </a:solidFill>
              </a:rPr>
              <a:t>Empirical Model </a:t>
            </a:r>
            <a:r>
              <a:rPr lang="fr-FR" altLang="id-ID"/>
              <a:t>of Radio Channel</a:t>
            </a:r>
          </a:p>
        </p:txBody>
      </p:sp>
      <p:sp>
        <p:nvSpPr>
          <p:cNvPr id="19462" name="Rectangle 8"/>
          <p:cNvSpPr>
            <a:spLocks noChangeArrowheads="1"/>
          </p:cNvSpPr>
          <p:nvPr/>
        </p:nvSpPr>
        <p:spPr bwMode="auto">
          <a:xfrm>
            <a:off x="5572125" y="5143500"/>
            <a:ext cx="350043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sz="1200" b="1"/>
              <a:t>Source:</a:t>
            </a:r>
            <a:r>
              <a:rPr lang="fr-FR" altLang="id-ID" sz="1200"/>
              <a:t> Kannan Srinivasan and Philip Levis, </a:t>
            </a:r>
            <a:r>
              <a:rPr lang="fr-FR" altLang="id-ID" sz="1200" b="1"/>
              <a:t>RSSI is Under Appreciated</a:t>
            </a:r>
            <a:r>
              <a:rPr lang="fr-FR" altLang="id-ID" sz="1200"/>
              <a:t>, </a:t>
            </a:r>
            <a:r>
              <a:rPr lang="en-US" altLang="id-ID" sz="1200"/>
              <a:t>ACM Workshop on Embedded Networked Sensors (EmNets 2006), </a:t>
            </a:r>
            <a:endParaRPr lang="fr-FR" altLang="id-ID" sz="1200"/>
          </a:p>
        </p:txBody>
      </p:sp>
      <p:sp>
        <p:nvSpPr>
          <p:cNvPr id="19463" name="Title 8"/>
          <p:cNvSpPr>
            <a:spLocks noGrp="1"/>
          </p:cNvSpPr>
          <p:nvPr>
            <p:ph type="title"/>
          </p:nvPr>
        </p:nvSpPr>
        <p:spPr/>
        <p:txBody>
          <a:bodyPr/>
          <a:lstStyle/>
          <a:p>
            <a:pPr eaLnBrk="1" hangingPunct="1"/>
            <a:r>
              <a:rPr lang="fr-FR" altLang="id-ID"/>
              <a:t>Example: Radio Propagation Models</a:t>
            </a:r>
            <a:endParaRPr lang="en-US" altLang="id-I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4"/>
          <p:cNvSpPr>
            <a:spLocks noGrp="1"/>
          </p:cNvSpPr>
          <p:nvPr>
            <p:ph sz="quarter" idx="1"/>
          </p:nvPr>
        </p:nvSpPr>
        <p:spPr>
          <a:xfrm>
            <a:off x="457200" y="1219200"/>
            <a:ext cx="8229600" cy="4937125"/>
          </a:xfrm>
        </p:spPr>
        <p:txBody>
          <a:bodyPr anchor="ctr"/>
          <a:lstStyle/>
          <a:p>
            <a:pPr eaLnBrk="1" hangingPunct="1"/>
            <a:r>
              <a:rPr lang="en-US" altLang="id-ID" dirty="0"/>
              <a:t>A model is </a:t>
            </a:r>
            <a:r>
              <a:rPr lang="en-US" altLang="id-ID" dirty="0">
                <a:solidFill>
                  <a:srgbClr val="C00000"/>
                </a:solidFill>
              </a:rPr>
              <a:t>never equal to </a:t>
            </a:r>
            <a:r>
              <a:rPr lang="en-US" altLang="id-ID" dirty="0"/>
              <a:t>the real system </a:t>
            </a:r>
          </a:p>
          <a:p>
            <a:pPr lvl="1" eaLnBrk="1" hangingPunct="1"/>
            <a:r>
              <a:rPr lang="en-US" altLang="id-ID" dirty="0"/>
              <a:t>because it is always simpler than the reality</a:t>
            </a:r>
          </a:p>
          <a:p>
            <a:pPr eaLnBrk="1" hangingPunct="1"/>
            <a:r>
              <a:rPr lang="en-US" altLang="id-ID" dirty="0"/>
              <a:t>The </a:t>
            </a:r>
            <a:r>
              <a:rPr lang="en-US" altLang="id-ID" dirty="0">
                <a:solidFill>
                  <a:srgbClr val="C00000"/>
                </a:solidFill>
              </a:rPr>
              <a:t>accuracy</a:t>
            </a:r>
            <a:r>
              <a:rPr lang="en-US" altLang="id-ID" dirty="0"/>
              <a:t> of a model is determined by its tendency to approach the real system</a:t>
            </a:r>
          </a:p>
          <a:p>
            <a:pPr eaLnBrk="1" hangingPunct="1"/>
            <a:r>
              <a:rPr lang="en-US" altLang="id-ID" dirty="0"/>
              <a:t>Is that a problem? </a:t>
            </a:r>
          </a:p>
          <a:p>
            <a:pPr lvl="1" eaLnBrk="1" hangingPunct="1"/>
            <a:r>
              <a:rPr lang="en-US" altLang="id-ID" dirty="0"/>
              <a:t>Yes, if the model ignore important parameters of the real system (over simplification)</a:t>
            </a:r>
          </a:p>
          <a:p>
            <a:pPr lvl="1" eaLnBrk="1" hangingPunct="1"/>
            <a:r>
              <a:rPr lang="en-US" altLang="id-ID" dirty="0"/>
              <a:t>No, if the model takes into account the important parameters (ignoring some details is sometimes not problematic)</a:t>
            </a:r>
          </a:p>
        </p:txBody>
      </p:sp>
      <p:sp>
        <p:nvSpPr>
          <p:cNvPr id="20483" name="Title 5"/>
          <p:cNvSpPr>
            <a:spLocks noGrp="1"/>
          </p:cNvSpPr>
          <p:nvPr>
            <p:ph type="title"/>
          </p:nvPr>
        </p:nvSpPr>
        <p:spPr/>
        <p:txBody>
          <a:bodyPr/>
          <a:lstStyle/>
          <a:p>
            <a:pPr eaLnBrk="1" hangingPunct="1"/>
            <a:r>
              <a:rPr lang="en-US" altLang="id-ID"/>
              <a:t>Characteristics of a model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Oval 5"/>
          <p:cNvSpPr>
            <a:spLocks noChangeArrowheads="1"/>
          </p:cNvSpPr>
          <p:nvPr/>
        </p:nvSpPr>
        <p:spPr bwMode="auto">
          <a:xfrm>
            <a:off x="2905125" y="1428750"/>
            <a:ext cx="1600200" cy="685800"/>
          </a:xfrm>
          <a:prstGeom prst="ellipse">
            <a:avLst/>
          </a:prstGeom>
          <a:solidFill>
            <a:schemeClr val="bg1"/>
          </a:solidFill>
          <a:ln w="9525">
            <a:solidFill>
              <a:schemeClr val="tx1"/>
            </a:solidFill>
            <a:round/>
            <a:headEnd/>
            <a:tailEnd/>
          </a:ln>
        </p:spPr>
        <p:txBody>
          <a:bodyPr wrap="none" anchor="ctr"/>
          <a:lstStyle/>
          <a:p>
            <a:pPr algn="ctr">
              <a:buFont typeface="Wingdings" panose="05000000000000000000" pitchFamily="2" charset="2"/>
              <a:buNone/>
              <a:defRPr/>
            </a:pPr>
            <a:r>
              <a:rPr lang="en-US" sz="2400">
                <a:latin typeface="+mn-lt"/>
                <a:cs typeface="Arial" charset="0"/>
              </a:rPr>
              <a:t>SYSTEM</a:t>
            </a:r>
          </a:p>
        </p:txBody>
      </p:sp>
      <p:sp>
        <p:nvSpPr>
          <p:cNvPr id="8196" name="Rectangle 6"/>
          <p:cNvSpPr>
            <a:spLocks noChangeArrowheads="1"/>
          </p:cNvSpPr>
          <p:nvPr/>
        </p:nvSpPr>
        <p:spPr bwMode="auto">
          <a:xfrm>
            <a:off x="619125" y="2114550"/>
            <a:ext cx="2438400" cy="685800"/>
          </a:xfrm>
          <a:prstGeom prst="rect">
            <a:avLst/>
          </a:prstGeom>
          <a:solidFill>
            <a:schemeClr val="bg1"/>
          </a:solidFill>
          <a:ln w="9525">
            <a:solidFill>
              <a:schemeClr val="tx1"/>
            </a:solidFill>
            <a:miter lim="800000"/>
            <a:headEnd/>
            <a:tailEnd/>
          </a:ln>
        </p:spPr>
        <p:txBody>
          <a:bodyPr wrap="none" anchor="ctr"/>
          <a:lstStyle/>
          <a:p>
            <a:pPr algn="ctr">
              <a:buFont typeface="Wingdings" panose="05000000000000000000" pitchFamily="2" charset="2"/>
              <a:buNone/>
              <a:defRPr/>
            </a:pPr>
            <a:r>
              <a:rPr lang="en-US" dirty="0">
                <a:latin typeface="+mn-lt"/>
                <a:cs typeface="Arial" charset="0"/>
              </a:rPr>
              <a:t>Experiment with the </a:t>
            </a:r>
          </a:p>
          <a:p>
            <a:pPr algn="ctr">
              <a:buFont typeface="Wingdings" panose="05000000000000000000" pitchFamily="2" charset="2"/>
              <a:buNone/>
              <a:defRPr/>
            </a:pPr>
            <a:r>
              <a:rPr lang="en-US" dirty="0">
                <a:latin typeface="+mn-lt"/>
                <a:cs typeface="Arial" charset="0"/>
              </a:rPr>
              <a:t>Actual System</a:t>
            </a:r>
          </a:p>
        </p:txBody>
      </p:sp>
      <p:sp>
        <p:nvSpPr>
          <p:cNvPr id="8197" name="Rectangle 7"/>
          <p:cNvSpPr>
            <a:spLocks noChangeArrowheads="1"/>
          </p:cNvSpPr>
          <p:nvPr/>
        </p:nvSpPr>
        <p:spPr bwMode="auto">
          <a:xfrm>
            <a:off x="4429125" y="2114550"/>
            <a:ext cx="2438400" cy="685800"/>
          </a:xfrm>
          <a:prstGeom prst="rect">
            <a:avLst/>
          </a:prstGeom>
          <a:solidFill>
            <a:schemeClr val="bg1"/>
          </a:solidFill>
          <a:ln w="9525">
            <a:solidFill>
              <a:schemeClr val="tx1"/>
            </a:solidFill>
            <a:miter lim="800000"/>
            <a:headEnd/>
            <a:tailEnd/>
          </a:ln>
        </p:spPr>
        <p:txBody>
          <a:bodyPr wrap="none" anchor="ctr"/>
          <a:lstStyle/>
          <a:p>
            <a:pPr algn="ctr">
              <a:buFont typeface="Wingdings" panose="05000000000000000000" pitchFamily="2" charset="2"/>
              <a:buNone/>
              <a:defRPr/>
            </a:pPr>
            <a:r>
              <a:rPr lang="en-US">
                <a:latin typeface="+mn-lt"/>
                <a:cs typeface="Arial" charset="0"/>
              </a:rPr>
              <a:t>Experiment with a </a:t>
            </a:r>
          </a:p>
          <a:p>
            <a:pPr algn="ctr">
              <a:buFont typeface="Wingdings" panose="05000000000000000000" pitchFamily="2" charset="2"/>
              <a:buNone/>
              <a:defRPr/>
            </a:pPr>
            <a:r>
              <a:rPr lang="en-US">
                <a:latin typeface="+mn-lt"/>
                <a:cs typeface="Arial" charset="0"/>
              </a:rPr>
              <a:t>Model of the System</a:t>
            </a:r>
          </a:p>
        </p:txBody>
      </p:sp>
      <p:sp>
        <p:nvSpPr>
          <p:cNvPr id="8198" name="Rectangle 9"/>
          <p:cNvSpPr>
            <a:spLocks noChangeArrowheads="1"/>
          </p:cNvSpPr>
          <p:nvPr/>
        </p:nvSpPr>
        <p:spPr bwMode="auto">
          <a:xfrm>
            <a:off x="1966913" y="4933950"/>
            <a:ext cx="2209800" cy="457200"/>
          </a:xfrm>
          <a:prstGeom prst="rect">
            <a:avLst/>
          </a:prstGeom>
          <a:solidFill>
            <a:schemeClr val="bg1"/>
          </a:solidFill>
          <a:ln w="9525">
            <a:solidFill>
              <a:schemeClr val="tx1"/>
            </a:solidFill>
            <a:miter lim="800000"/>
            <a:headEnd/>
            <a:tailEnd/>
          </a:ln>
        </p:spPr>
        <p:txBody>
          <a:bodyPr wrap="none" anchor="ctr"/>
          <a:lstStyle/>
          <a:p>
            <a:pPr algn="ctr">
              <a:buFont typeface="Wingdings" panose="05000000000000000000" pitchFamily="2" charset="2"/>
              <a:buNone/>
              <a:defRPr/>
            </a:pPr>
            <a:r>
              <a:rPr lang="en-US">
                <a:latin typeface="+mn-lt"/>
                <a:cs typeface="Arial" charset="0"/>
              </a:rPr>
              <a:t>Analytical Solution</a:t>
            </a:r>
          </a:p>
        </p:txBody>
      </p:sp>
      <p:sp>
        <p:nvSpPr>
          <p:cNvPr id="8199" name="Rectangle 10"/>
          <p:cNvSpPr>
            <a:spLocks noChangeArrowheads="1"/>
          </p:cNvSpPr>
          <p:nvPr/>
        </p:nvSpPr>
        <p:spPr bwMode="auto">
          <a:xfrm>
            <a:off x="4938713" y="4933950"/>
            <a:ext cx="2209800" cy="457200"/>
          </a:xfrm>
          <a:prstGeom prst="rect">
            <a:avLst/>
          </a:prstGeom>
          <a:solidFill>
            <a:schemeClr val="bg1"/>
          </a:solidFill>
          <a:ln w="9525">
            <a:solidFill>
              <a:schemeClr val="tx1"/>
            </a:solidFill>
            <a:miter lim="800000"/>
            <a:headEnd/>
            <a:tailEnd/>
          </a:ln>
        </p:spPr>
        <p:txBody>
          <a:bodyPr wrap="none" anchor="ctr"/>
          <a:lstStyle/>
          <a:p>
            <a:pPr algn="ctr">
              <a:buFont typeface="Wingdings" panose="05000000000000000000" pitchFamily="2" charset="2"/>
              <a:buNone/>
              <a:defRPr/>
            </a:pPr>
            <a:r>
              <a:rPr lang="en-US">
                <a:latin typeface="+mn-lt"/>
                <a:cs typeface="Arial" charset="0"/>
              </a:rPr>
              <a:t>Simulation</a:t>
            </a:r>
          </a:p>
        </p:txBody>
      </p:sp>
      <p:sp>
        <p:nvSpPr>
          <p:cNvPr id="8200" name="Text Box 11"/>
          <p:cNvSpPr txBox="1">
            <a:spLocks noChangeArrowheads="1"/>
          </p:cNvSpPr>
          <p:nvPr/>
        </p:nvSpPr>
        <p:spPr bwMode="auto">
          <a:xfrm>
            <a:off x="314325" y="2857500"/>
            <a:ext cx="2819400" cy="452438"/>
          </a:xfrm>
          <a:prstGeom prst="rect">
            <a:avLst/>
          </a:prstGeom>
          <a:noFill/>
          <a:ln w="9525">
            <a:noFill/>
            <a:miter lim="800000"/>
            <a:headEnd/>
            <a:tailEnd/>
          </a:ln>
        </p:spPr>
        <p:txBody>
          <a:bodyPr>
            <a:spAutoFit/>
          </a:bodyPr>
          <a:lstStyle/>
          <a:p>
            <a:pPr lvl="1">
              <a:buFont typeface="Wingdings" panose="05000000000000000000" pitchFamily="2" charset="2"/>
              <a:buNone/>
              <a:defRPr/>
            </a:pPr>
            <a:r>
              <a:rPr lang="en-US" sz="1300" i="1">
                <a:latin typeface="+mn-lt"/>
                <a:cs typeface="Arial" charset="0"/>
              </a:rPr>
              <a:t>Too costly or disruptive</a:t>
            </a:r>
          </a:p>
          <a:p>
            <a:pPr lvl="1">
              <a:buFont typeface="Wingdings" panose="05000000000000000000" pitchFamily="2" charset="2"/>
              <a:buNone/>
              <a:defRPr/>
            </a:pPr>
            <a:r>
              <a:rPr lang="en-US" sz="1300" i="1">
                <a:latin typeface="+mn-lt"/>
                <a:cs typeface="Arial" charset="0"/>
              </a:rPr>
              <a:t>Not appropriate for the design</a:t>
            </a:r>
          </a:p>
        </p:txBody>
      </p:sp>
      <p:sp>
        <p:nvSpPr>
          <p:cNvPr id="8201" name="Text Box 12"/>
          <p:cNvSpPr txBox="1">
            <a:spLocks noChangeArrowheads="1"/>
          </p:cNvSpPr>
          <p:nvPr/>
        </p:nvSpPr>
        <p:spPr bwMode="auto">
          <a:xfrm>
            <a:off x="6938963" y="2125663"/>
            <a:ext cx="2133600" cy="612775"/>
          </a:xfrm>
          <a:prstGeom prst="rect">
            <a:avLst/>
          </a:prstGeom>
          <a:noFill/>
          <a:ln w="9525">
            <a:noFill/>
            <a:miter lim="800000"/>
            <a:headEnd/>
            <a:tailEnd/>
          </a:ln>
        </p:spPr>
        <p:txBody>
          <a:bodyPr>
            <a:spAutoFit/>
          </a:bodyPr>
          <a:lstStyle/>
          <a:p>
            <a:pPr>
              <a:buFont typeface="Wingdings" panose="05000000000000000000" pitchFamily="2" charset="2"/>
              <a:buNone/>
              <a:defRPr/>
            </a:pPr>
            <a:r>
              <a:rPr lang="en-US" sz="1300" i="1">
                <a:latin typeface="+mn-lt"/>
                <a:cs typeface="Arial" charset="0"/>
              </a:rPr>
              <a:t>There is always the question of whether it </a:t>
            </a:r>
          </a:p>
          <a:p>
            <a:pPr>
              <a:buFont typeface="Wingdings" panose="05000000000000000000" pitchFamily="2" charset="2"/>
              <a:buNone/>
              <a:defRPr/>
            </a:pPr>
            <a:r>
              <a:rPr lang="en-US" sz="1300" i="1">
                <a:latin typeface="+mn-lt"/>
                <a:cs typeface="Arial" charset="0"/>
              </a:rPr>
              <a:t>actually reflects the system.</a:t>
            </a:r>
          </a:p>
        </p:txBody>
      </p:sp>
      <p:sp>
        <p:nvSpPr>
          <p:cNvPr id="8202" name="Line 13"/>
          <p:cNvSpPr>
            <a:spLocks noChangeShapeType="1"/>
          </p:cNvSpPr>
          <p:nvPr/>
        </p:nvSpPr>
        <p:spPr bwMode="auto">
          <a:xfrm>
            <a:off x="4505325" y="1809750"/>
            <a:ext cx="1066800" cy="304800"/>
          </a:xfrm>
          <a:prstGeom prst="line">
            <a:avLst/>
          </a:prstGeom>
          <a:noFill/>
          <a:ln w="9525">
            <a:solidFill>
              <a:schemeClr val="tx1"/>
            </a:solidFill>
            <a:round/>
            <a:headEnd/>
            <a:tailEnd type="triangle" w="med" len="med"/>
          </a:ln>
        </p:spPr>
        <p:txBody>
          <a:bodyPr/>
          <a:lstStyle/>
          <a:p>
            <a:pPr>
              <a:defRPr/>
            </a:pPr>
            <a:endParaRPr lang="fr-FR">
              <a:latin typeface="+mn-lt"/>
              <a:cs typeface="Arial" charset="0"/>
            </a:endParaRPr>
          </a:p>
        </p:txBody>
      </p:sp>
      <p:sp>
        <p:nvSpPr>
          <p:cNvPr id="8203" name="Line 14"/>
          <p:cNvSpPr>
            <a:spLocks noChangeShapeType="1"/>
          </p:cNvSpPr>
          <p:nvPr/>
        </p:nvSpPr>
        <p:spPr bwMode="auto">
          <a:xfrm flipH="1">
            <a:off x="1762125" y="1809750"/>
            <a:ext cx="1143000" cy="304800"/>
          </a:xfrm>
          <a:prstGeom prst="line">
            <a:avLst/>
          </a:prstGeom>
          <a:noFill/>
          <a:ln w="9525">
            <a:solidFill>
              <a:schemeClr val="tx1"/>
            </a:solidFill>
            <a:round/>
            <a:headEnd/>
            <a:tailEnd type="triangle" w="med" len="med"/>
          </a:ln>
        </p:spPr>
        <p:txBody>
          <a:bodyPr/>
          <a:lstStyle/>
          <a:p>
            <a:pPr>
              <a:defRPr/>
            </a:pPr>
            <a:endParaRPr lang="fr-FR">
              <a:latin typeface="+mn-lt"/>
              <a:cs typeface="Arial" charset="0"/>
            </a:endParaRPr>
          </a:p>
        </p:txBody>
      </p:sp>
      <p:sp>
        <p:nvSpPr>
          <p:cNvPr id="8204" name="Rectangle 15"/>
          <p:cNvSpPr>
            <a:spLocks noChangeArrowheads="1"/>
          </p:cNvSpPr>
          <p:nvPr/>
        </p:nvSpPr>
        <p:spPr bwMode="auto">
          <a:xfrm>
            <a:off x="3033713" y="3714750"/>
            <a:ext cx="2133600" cy="457200"/>
          </a:xfrm>
          <a:prstGeom prst="rect">
            <a:avLst/>
          </a:prstGeom>
          <a:solidFill>
            <a:schemeClr val="bg1"/>
          </a:solidFill>
          <a:ln w="9525">
            <a:solidFill>
              <a:schemeClr val="tx1"/>
            </a:solidFill>
            <a:miter lim="800000"/>
            <a:headEnd/>
            <a:tailEnd/>
          </a:ln>
        </p:spPr>
        <p:txBody>
          <a:bodyPr wrap="none" anchor="ctr"/>
          <a:lstStyle/>
          <a:p>
            <a:pPr algn="ctr">
              <a:buFont typeface="Wingdings" panose="05000000000000000000" pitchFamily="2" charset="2"/>
              <a:buNone/>
              <a:defRPr/>
            </a:pPr>
            <a:r>
              <a:rPr lang="en-US">
                <a:latin typeface="+mn-lt"/>
                <a:cs typeface="Arial" charset="0"/>
              </a:rPr>
              <a:t>Mathematical Model</a:t>
            </a:r>
          </a:p>
        </p:txBody>
      </p:sp>
      <p:sp>
        <p:nvSpPr>
          <p:cNvPr id="8205" name="Text Box 17"/>
          <p:cNvSpPr txBox="1">
            <a:spLocks noChangeArrowheads="1"/>
          </p:cNvSpPr>
          <p:nvPr/>
        </p:nvSpPr>
        <p:spPr bwMode="auto">
          <a:xfrm>
            <a:off x="5243513" y="3667125"/>
            <a:ext cx="2514600" cy="574675"/>
          </a:xfrm>
          <a:prstGeom prst="rect">
            <a:avLst/>
          </a:prstGeom>
          <a:noFill/>
          <a:ln w="9525">
            <a:noFill/>
            <a:miter lim="800000"/>
            <a:headEnd/>
            <a:tailEnd/>
          </a:ln>
        </p:spPr>
        <p:txBody>
          <a:bodyPr>
            <a:spAutoFit/>
          </a:bodyPr>
          <a:lstStyle/>
          <a:p>
            <a:pPr>
              <a:buFont typeface="Wingdings" panose="05000000000000000000" pitchFamily="2" charset="2"/>
              <a:buNone/>
              <a:defRPr/>
            </a:pPr>
            <a:r>
              <a:rPr lang="en-US" sz="1300" i="1">
                <a:latin typeface="+mn-lt"/>
                <a:cs typeface="Arial" charset="0"/>
              </a:rPr>
              <a:t>Make assumptions that take the form of mathematical or logical relationships</a:t>
            </a:r>
          </a:p>
        </p:txBody>
      </p:sp>
      <p:sp>
        <p:nvSpPr>
          <p:cNvPr id="8206" name="Text Box 18"/>
          <p:cNvSpPr txBox="1">
            <a:spLocks noChangeArrowheads="1"/>
          </p:cNvSpPr>
          <p:nvPr/>
        </p:nvSpPr>
        <p:spPr bwMode="auto">
          <a:xfrm>
            <a:off x="1509713" y="5467350"/>
            <a:ext cx="3124200" cy="414338"/>
          </a:xfrm>
          <a:prstGeom prst="rect">
            <a:avLst/>
          </a:prstGeom>
          <a:noFill/>
          <a:ln w="9525">
            <a:noFill/>
            <a:miter lim="800000"/>
            <a:headEnd/>
            <a:tailEnd/>
          </a:ln>
        </p:spPr>
        <p:txBody>
          <a:bodyPr>
            <a:spAutoFit/>
          </a:bodyPr>
          <a:lstStyle/>
          <a:p>
            <a:pPr>
              <a:buFont typeface="Wingdings" panose="05000000000000000000" pitchFamily="2" charset="2"/>
              <a:buNone/>
              <a:defRPr/>
            </a:pPr>
            <a:r>
              <a:rPr lang="en-US" sz="1300" i="1">
                <a:latin typeface="+mn-lt"/>
                <a:cs typeface="Arial" charset="0"/>
              </a:rPr>
              <a:t>If the model is simple enough. E.g., calculus, algebra, probability theory</a:t>
            </a:r>
          </a:p>
        </p:txBody>
      </p:sp>
      <p:sp>
        <p:nvSpPr>
          <p:cNvPr id="8207" name="Text Box 19"/>
          <p:cNvSpPr txBox="1">
            <a:spLocks noChangeArrowheads="1"/>
          </p:cNvSpPr>
          <p:nvPr/>
        </p:nvSpPr>
        <p:spPr bwMode="auto">
          <a:xfrm>
            <a:off x="5014913" y="5543550"/>
            <a:ext cx="2133600" cy="254000"/>
          </a:xfrm>
          <a:prstGeom prst="rect">
            <a:avLst/>
          </a:prstGeom>
          <a:noFill/>
          <a:ln w="9525">
            <a:noFill/>
            <a:miter lim="800000"/>
            <a:headEnd/>
            <a:tailEnd/>
          </a:ln>
        </p:spPr>
        <p:txBody>
          <a:bodyPr>
            <a:spAutoFit/>
          </a:bodyPr>
          <a:lstStyle/>
          <a:p>
            <a:pPr>
              <a:buFont typeface="Wingdings" panose="05000000000000000000" pitchFamily="2" charset="2"/>
              <a:buNone/>
              <a:defRPr/>
            </a:pPr>
            <a:r>
              <a:rPr lang="en-US" sz="1300" i="1">
                <a:latin typeface="+mn-lt"/>
                <a:cs typeface="Arial" charset="0"/>
              </a:rPr>
              <a:t>Highly complex systems</a:t>
            </a:r>
          </a:p>
        </p:txBody>
      </p:sp>
      <p:sp>
        <p:nvSpPr>
          <p:cNvPr id="8208" name="Line 21"/>
          <p:cNvSpPr>
            <a:spLocks noChangeShapeType="1"/>
          </p:cNvSpPr>
          <p:nvPr/>
        </p:nvSpPr>
        <p:spPr bwMode="auto">
          <a:xfrm flipH="1">
            <a:off x="4016375" y="2800350"/>
            <a:ext cx="1479550" cy="904875"/>
          </a:xfrm>
          <a:prstGeom prst="line">
            <a:avLst/>
          </a:prstGeom>
          <a:noFill/>
          <a:ln w="9525">
            <a:solidFill>
              <a:schemeClr val="tx1"/>
            </a:solidFill>
            <a:round/>
            <a:headEnd/>
            <a:tailEnd type="triangle" w="med" len="med"/>
          </a:ln>
        </p:spPr>
        <p:txBody>
          <a:bodyPr/>
          <a:lstStyle/>
          <a:p>
            <a:pPr>
              <a:defRPr/>
            </a:pPr>
            <a:endParaRPr lang="fr-FR">
              <a:latin typeface="+mn-lt"/>
              <a:cs typeface="Arial" charset="0"/>
            </a:endParaRPr>
          </a:p>
        </p:txBody>
      </p:sp>
      <p:sp>
        <p:nvSpPr>
          <p:cNvPr id="8209" name="Line 22"/>
          <p:cNvSpPr>
            <a:spLocks noChangeShapeType="1"/>
          </p:cNvSpPr>
          <p:nvPr/>
        </p:nvSpPr>
        <p:spPr bwMode="auto">
          <a:xfrm flipH="1">
            <a:off x="3033713" y="4171950"/>
            <a:ext cx="990600" cy="762000"/>
          </a:xfrm>
          <a:prstGeom prst="line">
            <a:avLst/>
          </a:prstGeom>
          <a:noFill/>
          <a:ln w="9525">
            <a:solidFill>
              <a:schemeClr val="tx1"/>
            </a:solidFill>
            <a:round/>
            <a:headEnd/>
            <a:tailEnd type="triangle" w="med" len="med"/>
          </a:ln>
        </p:spPr>
        <p:txBody>
          <a:bodyPr/>
          <a:lstStyle/>
          <a:p>
            <a:pPr>
              <a:defRPr/>
            </a:pPr>
            <a:endParaRPr lang="fr-FR">
              <a:latin typeface="+mn-lt"/>
              <a:cs typeface="Arial" charset="0"/>
            </a:endParaRPr>
          </a:p>
        </p:txBody>
      </p:sp>
      <p:sp>
        <p:nvSpPr>
          <p:cNvPr id="8210" name="Line 23"/>
          <p:cNvSpPr>
            <a:spLocks noChangeShapeType="1"/>
          </p:cNvSpPr>
          <p:nvPr/>
        </p:nvSpPr>
        <p:spPr bwMode="auto">
          <a:xfrm>
            <a:off x="4024313" y="4171950"/>
            <a:ext cx="1981200" cy="762000"/>
          </a:xfrm>
          <a:prstGeom prst="line">
            <a:avLst/>
          </a:prstGeom>
          <a:noFill/>
          <a:ln w="9525">
            <a:solidFill>
              <a:schemeClr val="tx1"/>
            </a:solidFill>
            <a:round/>
            <a:headEnd/>
            <a:tailEnd type="triangle" w="med" len="med"/>
          </a:ln>
        </p:spPr>
        <p:txBody>
          <a:bodyPr/>
          <a:lstStyle/>
          <a:p>
            <a:pPr>
              <a:defRPr/>
            </a:pPr>
            <a:endParaRPr lang="fr-FR">
              <a:latin typeface="+mn-lt"/>
              <a:cs typeface="Arial" charset="0"/>
            </a:endParaRPr>
          </a:p>
        </p:txBody>
      </p:sp>
      <p:sp>
        <p:nvSpPr>
          <p:cNvPr id="21522" name="Title 22"/>
          <p:cNvSpPr>
            <a:spLocks noGrp="1"/>
          </p:cNvSpPr>
          <p:nvPr>
            <p:ph type="title"/>
          </p:nvPr>
        </p:nvSpPr>
        <p:spPr/>
        <p:txBody>
          <a:bodyPr/>
          <a:lstStyle/>
          <a:p>
            <a:pPr eaLnBrk="1" hangingPunct="1"/>
            <a:r>
              <a:rPr lang="fr-FR" altLang="id-ID"/>
              <a:t>Performance Evaluation of a System</a:t>
            </a:r>
            <a:endParaRPr lang="en-US" altLang="id-ID"/>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285750" y="1676400"/>
          <a:ext cx="8669338" cy="4824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531" name="Title 4"/>
          <p:cNvSpPr>
            <a:spLocks noGrp="1"/>
          </p:cNvSpPr>
          <p:nvPr>
            <p:ph type="title"/>
          </p:nvPr>
        </p:nvSpPr>
        <p:spPr>
          <a:xfrm>
            <a:off x="457200" y="152400"/>
            <a:ext cx="8543925" cy="990600"/>
          </a:xfrm>
        </p:spPr>
        <p:txBody>
          <a:bodyPr/>
          <a:lstStyle/>
          <a:p>
            <a:pPr eaLnBrk="1" hangingPunct="1"/>
            <a:r>
              <a:rPr lang="fr-FR" altLang="id-ID"/>
              <a:t>Simulation Model versus Analytical Model</a:t>
            </a:r>
            <a:endParaRPr lang="en-US" altLang="id-ID"/>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15"/>
          <p:cNvGraphicFramePr>
            <a:graphicFrameLocks noGrp="1"/>
          </p:cNvGraphicFramePr>
          <p:nvPr>
            <p:ph sz="quarter" idx="1"/>
          </p:nvPr>
        </p:nvGraphicFramePr>
        <p:xfrm>
          <a:off x="642910" y="1500174"/>
          <a:ext cx="8229600" cy="4366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555" name="Title 16"/>
          <p:cNvSpPr>
            <a:spLocks noGrp="1"/>
          </p:cNvSpPr>
          <p:nvPr>
            <p:ph type="title"/>
          </p:nvPr>
        </p:nvSpPr>
        <p:spPr/>
        <p:txBody>
          <a:bodyPr/>
          <a:lstStyle/>
          <a:p>
            <a:pPr eaLnBrk="1" hangingPunct="1"/>
            <a:r>
              <a:rPr lang="fr-FR" altLang="id-ID"/>
              <a:t>Classification of Models</a:t>
            </a:r>
            <a:endParaRPr lang="en-US" altLang="id-ID"/>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3" name="Line 17"/>
          <p:cNvSpPr>
            <a:spLocks noChangeShapeType="1"/>
          </p:cNvSpPr>
          <p:nvPr/>
        </p:nvSpPr>
        <p:spPr bwMode="auto">
          <a:xfrm>
            <a:off x="4843463" y="4143375"/>
            <a:ext cx="0" cy="381000"/>
          </a:xfrm>
          <a:prstGeom prst="line">
            <a:avLst/>
          </a:prstGeom>
          <a:noFill/>
          <a:ln w="9525">
            <a:solidFill>
              <a:schemeClr val="tx1"/>
            </a:solidFill>
            <a:round/>
            <a:headEnd/>
            <a:tailEnd type="triangle" w="med" len="med"/>
          </a:ln>
        </p:spPr>
        <p:txBody>
          <a:bodyPr/>
          <a:lstStyle/>
          <a:p>
            <a:pPr>
              <a:defRPr/>
            </a:pPr>
            <a:endParaRPr lang="en-US">
              <a:latin typeface="+mj-lt"/>
              <a:cs typeface="Arial" charset="0"/>
            </a:endParaRPr>
          </a:p>
        </p:txBody>
      </p:sp>
      <p:graphicFrame>
        <p:nvGraphicFramePr>
          <p:cNvPr id="18" name="Content Placeholder 17"/>
          <p:cNvGraphicFramePr>
            <a:graphicFrameLocks noGrp="1"/>
          </p:cNvGraphicFramePr>
          <p:nvPr>
            <p:ph sz="quarter" idx="1"/>
          </p:nvPr>
        </p:nvGraphicFramePr>
        <p:xfrm>
          <a:off x="457200" y="1219200"/>
          <a:ext cx="8229600" cy="49377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580" name="Title 18"/>
          <p:cNvSpPr>
            <a:spLocks noGrp="1"/>
          </p:cNvSpPr>
          <p:nvPr>
            <p:ph type="title"/>
          </p:nvPr>
        </p:nvSpPr>
        <p:spPr/>
        <p:txBody>
          <a:bodyPr/>
          <a:lstStyle/>
          <a:p>
            <a:pPr eaLnBrk="1" hangingPunct="1"/>
            <a:r>
              <a:rPr lang="fr-FR" altLang="id-ID"/>
              <a:t>Classification of Models</a:t>
            </a:r>
            <a:endParaRPr lang="en-US" altLang="id-ID"/>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3" name="Line 11"/>
          <p:cNvSpPr>
            <a:spLocks noChangeShapeType="1"/>
          </p:cNvSpPr>
          <p:nvPr/>
        </p:nvSpPr>
        <p:spPr bwMode="auto">
          <a:xfrm flipH="1" flipV="1">
            <a:off x="5334000" y="4764088"/>
            <a:ext cx="0" cy="1295400"/>
          </a:xfrm>
          <a:prstGeom prst="line">
            <a:avLst/>
          </a:prstGeom>
          <a:noFill/>
          <a:ln w="9525">
            <a:solidFill>
              <a:schemeClr val="tx1"/>
            </a:solidFill>
            <a:round/>
            <a:headEnd/>
            <a:tailEnd type="triangle" w="med" len="med"/>
          </a:ln>
        </p:spPr>
        <p:txBody>
          <a:bodyPr/>
          <a:lstStyle/>
          <a:p>
            <a:pPr>
              <a:defRPr/>
            </a:pPr>
            <a:endParaRPr lang="fr-FR">
              <a:latin typeface="+mj-lt"/>
              <a:cs typeface="Arial" charset="0"/>
            </a:endParaRPr>
          </a:p>
        </p:txBody>
      </p:sp>
      <p:sp>
        <p:nvSpPr>
          <p:cNvPr id="11274" name="Line 12"/>
          <p:cNvSpPr>
            <a:spLocks noChangeShapeType="1"/>
          </p:cNvSpPr>
          <p:nvPr/>
        </p:nvSpPr>
        <p:spPr bwMode="auto">
          <a:xfrm>
            <a:off x="5334000" y="6059488"/>
            <a:ext cx="2057400" cy="0"/>
          </a:xfrm>
          <a:prstGeom prst="line">
            <a:avLst/>
          </a:prstGeom>
          <a:noFill/>
          <a:ln w="9525">
            <a:solidFill>
              <a:schemeClr val="tx1"/>
            </a:solidFill>
            <a:round/>
            <a:headEnd/>
            <a:tailEnd type="triangle" w="med" len="med"/>
          </a:ln>
        </p:spPr>
        <p:txBody>
          <a:bodyPr/>
          <a:lstStyle/>
          <a:p>
            <a:pPr>
              <a:defRPr/>
            </a:pPr>
            <a:endParaRPr lang="fr-FR">
              <a:latin typeface="+mj-lt"/>
              <a:cs typeface="Arial" charset="0"/>
            </a:endParaRPr>
          </a:p>
        </p:txBody>
      </p:sp>
      <p:sp>
        <p:nvSpPr>
          <p:cNvPr id="11275" name="Line 13"/>
          <p:cNvSpPr>
            <a:spLocks noChangeShapeType="1"/>
          </p:cNvSpPr>
          <p:nvPr/>
        </p:nvSpPr>
        <p:spPr bwMode="auto">
          <a:xfrm flipV="1">
            <a:off x="5562600" y="5907088"/>
            <a:ext cx="0" cy="15240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76" name="Line 14"/>
          <p:cNvSpPr>
            <a:spLocks noChangeShapeType="1"/>
          </p:cNvSpPr>
          <p:nvPr/>
        </p:nvSpPr>
        <p:spPr bwMode="auto">
          <a:xfrm>
            <a:off x="5562600" y="5907088"/>
            <a:ext cx="228600" cy="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77" name="Line 15"/>
          <p:cNvSpPr>
            <a:spLocks noChangeShapeType="1"/>
          </p:cNvSpPr>
          <p:nvPr/>
        </p:nvSpPr>
        <p:spPr bwMode="auto">
          <a:xfrm flipV="1">
            <a:off x="5791200" y="5754688"/>
            <a:ext cx="0" cy="15240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78" name="Line 16"/>
          <p:cNvSpPr>
            <a:spLocks noChangeShapeType="1"/>
          </p:cNvSpPr>
          <p:nvPr/>
        </p:nvSpPr>
        <p:spPr bwMode="auto">
          <a:xfrm>
            <a:off x="5791200" y="5754688"/>
            <a:ext cx="381000" cy="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79" name="Line 17"/>
          <p:cNvSpPr>
            <a:spLocks noChangeShapeType="1"/>
          </p:cNvSpPr>
          <p:nvPr/>
        </p:nvSpPr>
        <p:spPr bwMode="auto">
          <a:xfrm flipV="1">
            <a:off x="6172200" y="5754688"/>
            <a:ext cx="0" cy="15240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0" name="Line 18"/>
          <p:cNvSpPr>
            <a:spLocks noChangeShapeType="1"/>
          </p:cNvSpPr>
          <p:nvPr/>
        </p:nvSpPr>
        <p:spPr bwMode="auto">
          <a:xfrm>
            <a:off x="6172200" y="5907088"/>
            <a:ext cx="76200" cy="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1" name="Line 19"/>
          <p:cNvSpPr>
            <a:spLocks noChangeShapeType="1"/>
          </p:cNvSpPr>
          <p:nvPr/>
        </p:nvSpPr>
        <p:spPr bwMode="auto">
          <a:xfrm flipV="1">
            <a:off x="6248400" y="5907088"/>
            <a:ext cx="0" cy="15240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2" name="Line 20"/>
          <p:cNvSpPr>
            <a:spLocks noChangeShapeType="1"/>
          </p:cNvSpPr>
          <p:nvPr/>
        </p:nvSpPr>
        <p:spPr bwMode="auto">
          <a:xfrm flipV="1">
            <a:off x="6400800" y="5907088"/>
            <a:ext cx="0" cy="15240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3" name="Line 21"/>
          <p:cNvSpPr>
            <a:spLocks noChangeShapeType="1"/>
          </p:cNvSpPr>
          <p:nvPr/>
        </p:nvSpPr>
        <p:spPr bwMode="auto">
          <a:xfrm>
            <a:off x="6400800" y="5907088"/>
            <a:ext cx="152400" cy="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4" name="Line 22"/>
          <p:cNvSpPr>
            <a:spLocks noChangeShapeType="1"/>
          </p:cNvSpPr>
          <p:nvPr/>
        </p:nvSpPr>
        <p:spPr bwMode="auto">
          <a:xfrm flipV="1">
            <a:off x="6553200" y="5754688"/>
            <a:ext cx="0" cy="15240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5" name="Line 23"/>
          <p:cNvSpPr>
            <a:spLocks noChangeShapeType="1"/>
          </p:cNvSpPr>
          <p:nvPr/>
        </p:nvSpPr>
        <p:spPr bwMode="auto">
          <a:xfrm>
            <a:off x="6553200" y="5754688"/>
            <a:ext cx="304800" cy="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6" name="Line 24"/>
          <p:cNvSpPr>
            <a:spLocks noChangeShapeType="1"/>
          </p:cNvSpPr>
          <p:nvPr/>
        </p:nvSpPr>
        <p:spPr bwMode="auto">
          <a:xfrm flipV="1">
            <a:off x="6858000" y="5602288"/>
            <a:ext cx="0" cy="15240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7" name="Line 25"/>
          <p:cNvSpPr>
            <a:spLocks noChangeShapeType="1"/>
          </p:cNvSpPr>
          <p:nvPr/>
        </p:nvSpPr>
        <p:spPr bwMode="auto">
          <a:xfrm>
            <a:off x="6858000" y="5602288"/>
            <a:ext cx="304800" cy="0"/>
          </a:xfrm>
          <a:prstGeom prst="line">
            <a:avLst/>
          </a:prstGeom>
          <a:noFill/>
          <a:ln w="9525">
            <a:solidFill>
              <a:schemeClr val="tx1"/>
            </a:solidFill>
            <a:round/>
            <a:headEnd/>
            <a:tailEnd/>
          </a:ln>
        </p:spPr>
        <p:txBody>
          <a:bodyPr/>
          <a:lstStyle/>
          <a:p>
            <a:pPr>
              <a:defRPr/>
            </a:pPr>
            <a:endParaRPr lang="fr-FR">
              <a:latin typeface="+mj-lt"/>
              <a:cs typeface="Arial" charset="0"/>
            </a:endParaRPr>
          </a:p>
        </p:txBody>
      </p:sp>
      <p:sp>
        <p:nvSpPr>
          <p:cNvPr id="11288" name="Text Box 27"/>
          <p:cNvSpPr txBox="1">
            <a:spLocks noChangeArrowheads="1"/>
          </p:cNvSpPr>
          <p:nvPr/>
        </p:nvSpPr>
        <p:spPr bwMode="auto">
          <a:xfrm>
            <a:off x="5181600" y="4289425"/>
            <a:ext cx="2714625" cy="338138"/>
          </a:xfrm>
          <a:prstGeom prst="rect">
            <a:avLst/>
          </a:prstGeom>
          <a:noFill/>
          <a:ln w="9525">
            <a:noFill/>
            <a:miter lim="800000"/>
            <a:headEnd/>
            <a:tailEnd/>
          </a:ln>
        </p:spPr>
        <p:txBody>
          <a:bodyPr wrap="none">
            <a:spAutoFit/>
          </a:bodyPr>
          <a:lstStyle/>
          <a:p>
            <a:pPr>
              <a:buFont typeface="Wingdings" panose="05000000000000000000" pitchFamily="2" charset="2"/>
              <a:buNone/>
              <a:defRPr/>
            </a:pPr>
            <a:r>
              <a:rPr lang="en-US" sz="2000" i="1">
                <a:latin typeface="+mj-lt"/>
                <a:cs typeface="Arial" charset="0"/>
              </a:rPr>
              <a:t># of cars in a parking lot</a:t>
            </a:r>
          </a:p>
        </p:txBody>
      </p:sp>
      <p:sp>
        <p:nvSpPr>
          <p:cNvPr id="11289" name="Line 28"/>
          <p:cNvSpPr>
            <a:spLocks noChangeShapeType="1"/>
          </p:cNvSpPr>
          <p:nvPr/>
        </p:nvSpPr>
        <p:spPr bwMode="auto">
          <a:xfrm>
            <a:off x="1143000" y="6059488"/>
            <a:ext cx="2057400" cy="0"/>
          </a:xfrm>
          <a:prstGeom prst="line">
            <a:avLst/>
          </a:prstGeom>
          <a:noFill/>
          <a:ln w="9525">
            <a:solidFill>
              <a:schemeClr val="tx1"/>
            </a:solidFill>
            <a:round/>
            <a:headEnd/>
            <a:tailEnd type="triangle" w="med" len="med"/>
          </a:ln>
        </p:spPr>
        <p:txBody>
          <a:bodyPr/>
          <a:lstStyle/>
          <a:p>
            <a:pPr>
              <a:defRPr/>
            </a:pPr>
            <a:endParaRPr lang="fr-FR">
              <a:latin typeface="+mj-lt"/>
              <a:cs typeface="Arial" charset="0"/>
            </a:endParaRPr>
          </a:p>
        </p:txBody>
      </p:sp>
      <p:sp>
        <p:nvSpPr>
          <p:cNvPr id="11290" name="Line 29"/>
          <p:cNvSpPr>
            <a:spLocks noChangeShapeType="1"/>
          </p:cNvSpPr>
          <p:nvPr/>
        </p:nvSpPr>
        <p:spPr bwMode="auto">
          <a:xfrm flipH="1" flipV="1">
            <a:off x="1143000" y="4764088"/>
            <a:ext cx="0" cy="1295400"/>
          </a:xfrm>
          <a:prstGeom prst="line">
            <a:avLst/>
          </a:prstGeom>
          <a:noFill/>
          <a:ln w="9525">
            <a:solidFill>
              <a:schemeClr val="tx1"/>
            </a:solidFill>
            <a:round/>
            <a:headEnd/>
            <a:tailEnd type="triangle" w="med" len="med"/>
          </a:ln>
        </p:spPr>
        <p:txBody>
          <a:bodyPr/>
          <a:lstStyle/>
          <a:p>
            <a:pPr>
              <a:defRPr/>
            </a:pPr>
            <a:endParaRPr lang="fr-FR">
              <a:latin typeface="+mj-lt"/>
              <a:cs typeface="Arial" charset="0"/>
            </a:endParaRPr>
          </a:p>
        </p:txBody>
      </p:sp>
      <p:sp>
        <p:nvSpPr>
          <p:cNvPr id="11291" name="Freeform 30"/>
          <p:cNvSpPr>
            <a:spLocks/>
          </p:cNvSpPr>
          <p:nvPr/>
        </p:nvSpPr>
        <p:spPr bwMode="auto">
          <a:xfrm>
            <a:off x="1143000" y="4840288"/>
            <a:ext cx="1828800" cy="1219200"/>
          </a:xfrm>
          <a:custGeom>
            <a:avLst/>
            <a:gdLst>
              <a:gd name="T0" fmla="*/ 0 w 1152"/>
              <a:gd name="T1" fmla="*/ 2147483647 h 768"/>
              <a:gd name="T2" fmla="*/ 2147483647 w 1152"/>
              <a:gd name="T3" fmla="*/ 2147483647 h 768"/>
              <a:gd name="T4" fmla="*/ 2147483647 w 1152"/>
              <a:gd name="T5" fmla="*/ 2147483647 h 768"/>
              <a:gd name="T6" fmla="*/ 2147483647 w 1152"/>
              <a:gd name="T7" fmla="*/ 2147483647 h 768"/>
              <a:gd name="T8" fmla="*/ 2147483647 w 1152"/>
              <a:gd name="T9" fmla="*/ 2147483647 h 768"/>
              <a:gd name="T10" fmla="*/ 2147483647 w 1152"/>
              <a:gd name="T11" fmla="*/ 0 h 768"/>
              <a:gd name="T12" fmla="*/ 0 60000 65536"/>
              <a:gd name="T13" fmla="*/ 0 60000 65536"/>
              <a:gd name="T14" fmla="*/ 0 60000 65536"/>
              <a:gd name="T15" fmla="*/ 0 60000 65536"/>
              <a:gd name="T16" fmla="*/ 0 60000 65536"/>
              <a:gd name="T17" fmla="*/ 0 60000 65536"/>
              <a:gd name="T18" fmla="*/ 0 w 1152"/>
              <a:gd name="T19" fmla="*/ 0 h 768"/>
              <a:gd name="T20" fmla="*/ 1152 w 1152"/>
              <a:gd name="T21" fmla="*/ 768 h 768"/>
            </a:gdLst>
            <a:ahLst/>
            <a:cxnLst>
              <a:cxn ang="T12">
                <a:pos x="T0" y="T1"/>
              </a:cxn>
              <a:cxn ang="T13">
                <a:pos x="T2" y="T3"/>
              </a:cxn>
              <a:cxn ang="T14">
                <a:pos x="T4" y="T5"/>
              </a:cxn>
              <a:cxn ang="T15">
                <a:pos x="T6" y="T7"/>
              </a:cxn>
              <a:cxn ang="T16">
                <a:pos x="T8" y="T9"/>
              </a:cxn>
              <a:cxn ang="T17">
                <a:pos x="T10" y="T11"/>
              </a:cxn>
            </a:cxnLst>
            <a:rect l="T18" t="T19" r="T20" b="T21"/>
            <a:pathLst>
              <a:path w="1152" h="768">
                <a:moveTo>
                  <a:pt x="0" y="768"/>
                </a:moveTo>
                <a:cubicBezTo>
                  <a:pt x="88" y="760"/>
                  <a:pt x="176" y="752"/>
                  <a:pt x="240" y="672"/>
                </a:cubicBezTo>
                <a:cubicBezTo>
                  <a:pt x="304" y="592"/>
                  <a:pt x="288" y="368"/>
                  <a:pt x="384" y="288"/>
                </a:cubicBezTo>
                <a:cubicBezTo>
                  <a:pt x="480" y="208"/>
                  <a:pt x="704" y="232"/>
                  <a:pt x="816" y="192"/>
                </a:cubicBezTo>
                <a:cubicBezTo>
                  <a:pt x="928" y="152"/>
                  <a:pt x="1000" y="80"/>
                  <a:pt x="1056" y="48"/>
                </a:cubicBezTo>
                <a:cubicBezTo>
                  <a:pt x="1112" y="16"/>
                  <a:pt x="1136" y="8"/>
                  <a:pt x="1152" y="0"/>
                </a:cubicBezTo>
              </a:path>
            </a:pathLst>
          </a:custGeom>
          <a:noFill/>
          <a:ln w="9525">
            <a:solidFill>
              <a:schemeClr val="tx1"/>
            </a:solidFill>
            <a:round/>
            <a:headEnd/>
            <a:tailEnd/>
          </a:ln>
        </p:spPr>
        <p:txBody>
          <a:bodyPr/>
          <a:lstStyle/>
          <a:p>
            <a:pPr>
              <a:buFont typeface="Wingdings" panose="05000000000000000000" pitchFamily="2" charset="2"/>
              <a:buNone/>
              <a:defRPr/>
            </a:pPr>
            <a:endParaRPr lang="fr-FR">
              <a:latin typeface="+mj-lt"/>
              <a:cs typeface="Arial" charset="0"/>
            </a:endParaRPr>
          </a:p>
        </p:txBody>
      </p:sp>
      <p:sp>
        <p:nvSpPr>
          <p:cNvPr id="11292" name="Text Box 31"/>
          <p:cNvSpPr txBox="1">
            <a:spLocks noChangeArrowheads="1"/>
          </p:cNvSpPr>
          <p:nvPr/>
        </p:nvSpPr>
        <p:spPr bwMode="auto">
          <a:xfrm>
            <a:off x="3071813" y="5845175"/>
            <a:ext cx="511175" cy="288925"/>
          </a:xfrm>
          <a:prstGeom prst="rect">
            <a:avLst/>
          </a:prstGeom>
          <a:noFill/>
          <a:ln w="9525">
            <a:noFill/>
            <a:miter lim="800000"/>
            <a:headEnd/>
            <a:tailEnd/>
          </a:ln>
        </p:spPr>
        <p:txBody>
          <a:bodyPr wrap="none">
            <a:spAutoFit/>
          </a:bodyPr>
          <a:lstStyle/>
          <a:p>
            <a:pPr>
              <a:buFont typeface="Wingdings" panose="05000000000000000000" pitchFamily="2" charset="2"/>
              <a:buNone/>
              <a:defRPr/>
            </a:pPr>
            <a:r>
              <a:rPr lang="en-US" i="1">
                <a:latin typeface="+mj-lt"/>
                <a:cs typeface="Arial" charset="0"/>
              </a:rPr>
              <a:t>time</a:t>
            </a:r>
          </a:p>
        </p:txBody>
      </p:sp>
      <p:sp>
        <p:nvSpPr>
          <p:cNvPr id="11293" name="Text Box 32"/>
          <p:cNvSpPr txBox="1">
            <a:spLocks noChangeArrowheads="1"/>
          </p:cNvSpPr>
          <p:nvPr/>
        </p:nvSpPr>
        <p:spPr bwMode="auto">
          <a:xfrm>
            <a:off x="785813" y="4283075"/>
            <a:ext cx="2389187" cy="344488"/>
          </a:xfrm>
          <a:prstGeom prst="rect">
            <a:avLst/>
          </a:prstGeom>
          <a:noFill/>
          <a:ln w="9525">
            <a:noFill/>
            <a:miter lim="800000"/>
            <a:headEnd/>
            <a:tailEnd/>
          </a:ln>
        </p:spPr>
        <p:txBody>
          <a:bodyPr wrap="none">
            <a:spAutoFit/>
          </a:bodyPr>
          <a:lstStyle/>
          <a:p>
            <a:pPr>
              <a:buFont typeface="Wingdings" panose="05000000000000000000" pitchFamily="2" charset="2"/>
              <a:buNone/>
              <a:defRPr/>
            </a:pPr>
            <a:r>
              <a:rPr lang="en-US" sz="2000" i="1">
                <a:latin typeface="+mj-lt"/>
                <a:cs typeface="Arial" charset="0"/>
              </a:rPr>
              <a:t>Bit Arrival in a Queue</a:t>
            </a:r>
          </a:p>
        </p:txBody>
      </p:sp>
      <p:sp>
        <p:nvSpPr>
          <p:cNvPr id="11294" name="Text Box 33"/>
          <p:cNvSpPr txBox="1">
            <a:spLocks noChangeArrowheads="1"/>
          </p:cNvSpPr>
          <p:nvPr/>
        </p:nvSpPr>
        <p:spPr bwMode="auto">
          <a:xfrm>
            <a:off x="5410200" y="6069013"/>
            <a:ext cx="2057400" cy="293687"/>
          </a:xfrm>
          <a:prstGeom prst="rect">
            <a:avLst/>
          </a:prstGeom>
          <a:noFill/>
          <a:ln w="9525">
            <a:noFill/>
            <a:miter lim="800000"/>
            <a:headEnd/>
            <a:tailEnd/>
          </a:ln>
        </p:spPr>
        <p:txBody>
          <a:bodyPr>
            <a:spAutoFit/>
          </a:bodyPr>
          <a:lstStyle/>
          <a:p>
            <a:pPr algn="ctr">
              <a:buFont typeface="Wingdings" panose="05000000000000000000" pitchFamily="2" charset="2"/>
              <a:buNone/>
              <a:defRPr/>
            </a:pPr>
            <a:r>
              <a:rPr lang="en-US" b="1" dirty="0">
                <a:latin typeface="+mj-lt"/>
                <a:cs typeface="Arial" charset="0"/>
              </a:rPr>
              <a:t>Discrete Model</a:t>
            </a:r>
          </a:p>
        </p:txBody>
      </p:sp>
      <p:sp>
        <p:nvSpPr>
          <p:cNvPr id="11295" name="Text Box 34"/>
          <p:cNvSpPr txBox="1">
            <a:spLocks noChangeArrowheads="1"/>
          </p:cNvSpPr>
          <p:nvPr/>
        </p:nvSpPr>
        <p:spPr bwMode="auto">
          <a:xfrm>
            <a:off x="928688" y="6143625"/>
            <a:ext cx="2357437" cy="288925"/>
          </a:xfrm>
          <a:prstGeom prst="rect">
            <a:avLst/>
          </a:prstGeom>
          <a:noFill/>
          <a:ln w="9525">
            <a:noFill/>
            <a:miter lim="800000"/>
            <a:headEnd/>
            <a:tailEnd/>
          </a:ln>
        </p:spPr>
        <p:txBody>
          <a:bodyPr>
            <a:spAutoFit/>
          </a:bodyPr>
          <a:lstStyle/>
          <a:p>
            <a:pPr>
              <a:buFont typeface="Wingdings" panose="05000000000000000000" pitchFamily="2" charset="2"/>
              <a:buNone/>
              <a:defRPr/>
            </a:pPr>
            <a:r>
              <a:rPr lang="en-US" b="1" dirty="0">
                <a:latin typeface="+mj-lt"/>
                <a:cs typeface="Arial" charset="0"/>
              </a:rPr>
              <a:t>Continuous Model</a:t>
            </a:r>
          </a:p>
        </p:txBody>
      </p:sp>
      <p:sp>
        <p:nvSpPr>
          <p:cNvPr id="11297" name="Text Box 31"/>
          <p:cNvSpPr txBox="1">
            <a:spLocks noChangeArrowheads="1"/>
          </p:cNvSpPr>
          <p:nvPr/>
        </p:nvSpPr>
        <p:spPr bwMode="auto">
          <a:xfrm>
            <a:off x="7286625" y="5845175"/>
            <a:ext cx="511175" cy="288925"/>
          </a:xfrm>
          <a:prstGeom prst="rect">
            <a:avLst/>
          </a:prstGeom>
          <a:noFill/>
          <a:ln w="9525">
            <a:noFill/>
            <a:miter lim="800000"/>
            <a:headEnd/>
            <a:tailEnd/>
          </a:ln>
        </p:spPr>
        <p:txBody>
          <a:bodyPr wrap="none">
            <a:spAutoFit/>
          </a:bodyPr>
          <a:lstStyle/>
          <a:p>
            <a:pPr>
              <a:buFont typeface="Wingdings" panose="05000000000000000000" pitchFamily="2" charset="2"/>
              <a:buNone/>
              <a:defRPr/>
            </a:pPr>
            <a:r>
              <a:rPr lang="en-US" i="1">
                <a:latin typeface="+mj-lt"/>
                <a:cs typeface="Arial" charset="0"/>
              </a:rPr>
              <a:t>time</a:t>
            </a:r>
          </a:p>
        </p:txBody>
      </p:sp>
      <p:sp>
        <p:nvSpPr>
          <p:cNvPr id="11298" name="Text Box 31"/>
          <p:cNvSpPr txBox="1">
            <a:spLocks noChangeArrowheads="1"/>
          </p:cNvSpPr>
          <p:nvPr/>
        </p:nvSpPr>
        <p:spPr bwMode="auto">
          <a:xfrm>
            <a:off x="1101725" y="4630738"/>
            <a:ext cx="388938" cy="288925"/>
          </a:xfrm>
          <a:prstGeom prst="rect">
            <a:avLst/>
          </a:prstGeom>
          <a:noFill/>
          <a:ln w="9525">
            <a:noFill/>
            <a:miter lim="800000"/>
            <a:headEnd/>
            <a:tailEnd/>
          </a:ln>
        </p:spPr>
        <p:txBody>
          <a:bodyPr wrap="none">
            <a:spAutoFit/>
          </a:bodyPr>
          <a:lstStyle/>
          <a:p>
            <a:pPr>
              <a:buFont typeface="Wingdings" panose="05000000000000000000" pitchFamily="2" charset="2"/>
              <a:buNone/>
              <a:defRPr/>
            </a:pPr>
            <a:r>
              <a:rPr lang="en-US" i="1">
                <a:latin typeface="+mj-lt"/>
                <a:cs typeface="Arial" charset="0"/>
              </a:rPr>
              <a:t>bit</a:t>
            </a:r>
          </a:p>
        </p:txBody>
      </p:sp>
      <p:sp>
        <p:nvSpPr>
          <p:cNvPr id="11299" name="Text Box 31"/>
          <p:cNvSpPr txBox="1">
            <a:spLocks noChangeArrowheads="1"/>
          </p:cNvSpPr>
          <p:nvPr/>
        </p:nvSpPr>
        <p:spPr bwMode="auto">
          <a:xfrm>
            <a:off x="5300663" y="4640263"/>
            <a:ext cx="388937" cy="288925"/>
          </a:xfrm>
          <a:prstGeom prst="rect">
            <a:avLst/>
          </a:prstGeom>
          <a:noFill/>
          <a:ln w="9525">
            <a:noFill/>
            <a:miter lim="800000"/>
            <a:headEnd/>
            <a:tailEnd/>
          </a:ln>
        </p:spPr>
        <p:txBody>
          <a:bodyPr wrap="none">
            <a:spAutoFit/>
          </a:bodyPr>
          <a:lstStyle/>
          <a:p>
            <a:pPr>
              <a:buFont typeface="Wingdings" panose="05000000000000000000" pitchFamily="2" charset="2"/>
              <a:buNone/>
              <a:defRPr/>
            </a:pPr>
            <a:r>
              <a:rPr lang="en-US" i="1">
                <a:latin typeface="+mj-lt"/>
                <a:cs typeface="Arial" charset="0"/>
              </a:rPr>
              <a:t>bit</a:t>
            </a:r>
          </a:p>
        </p:txBody>
      </p:sp>
      <p:graphicFrame>
        <p:nvGraphicFramePr>
          <p:cNvPr id="36" name="Content Placeholder 17"/>
          <p:cNvGraphicFramePr>
            <a:graphicFrameLocks/>
          </p:cNvGraphicFramePr>
          <p:nvPr/>
        </p:nvGraphicFramePr>
        <p:xfrm>
          <a:off x="1857356" y="1214422"/>
          <a:ext cx="5643602" cy="27860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629" name="Title 36"/>
          <p:cNvSpPr>
            <a:spLocks noGrp="1"/>
          </p:cNvSpPr>
          <p:nvPr>
            <p:ph type="title"/>
          </p:nvPr>
        </p:nvSpPr>
        <p:spPr/>
        <p:txBody>
          <a:bodyPr/>
          <a:lstStyle/>
          <a:p>
            <a:pPr eaLnBrk="1" hangingPunct="1"/>
            <a:r>
              <a:rPr lang="fr-FR" altLang="id-ID"/>
              <a:t>Classification of Models</a:t>
            </a:r>
            <a:endParaRPr lang="en-US" altLang="id-ID"/>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1979613"/>
            <a:ext cx="4210050" cy="159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1026" name="Object 4"/>
          <p:cNvGraphicFramePr>
            <a:graphicFrameLocks noChangeAspect="1"/>
          </p:cNvGraphicFramePr>
          <p:nvPr/>
        </p:nvGraphicFramePr>
        <p:xfrm>
          <a:off x="4605338" y="3571875"/>
          <a:ext cx="4538662" cy="2506663"/>
        </p:xfrm>
        <a:graphic>
          <a:graphicData uri="http://schemas.openxmlformats.org/presentationml/2006/ole">
            <mc:AlternateContent xmlns:mc="http://schemas.openxmlformats.org/markup-compatibility/2006">
              <mc:Choice xmlns:v="urn:schemas-microsoft-com:vml" Requires="v">
                <p:oleObj name="Chart" r:id="rId4" imgW="4524292" imgH="2486273" progId="Excel.Chart.8">
                  <p:embed/>
                </p:oleObj>
              </mc:Choice>
              <mc:Fallback>
                <p:oleObj name="Chart" r:id="rId4" imgW="4524292" imgH="2486273" progId="Excel.Char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5338" y="3571875"/>
                        <a:ext cx="4538662" cy="250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2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625" y="3571875"/>
            <a:ext cx="344805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29" name="TextBox 18"/>
          <p:cNvSpPr txBox="1">
            <a:spLocks noChangeArrowheads="1"/>
          </p:cNvSpPr>
          <p:nvPr/>
        </p:nvSpPr>
        <p:spPr bwMode="auto">
          <a:xfrm>
            <a:off x="827088" y="6143625"/>
            <a:ext cx="27971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b="1"/>
              <a:t>Deterministic Performance</a:t>
            </a:r>
          </a:p>
          <a:p>
            <a:pPr eaLnBrk="1" hangingPunct="1">
              <a:buFont typeface="Wingdings" panose="05000000000000000000" pitchFamily="2" charset="2"/>
              <a:buNone/>
            </a:pPr>
            <a:r>
              <a:rPr lang="fr-FR" altLang="id-ID" b="1"/>
              <a:t>Using Network Calculus</a:t>
            </a:r>
          </a:p>
        </p:txBody>
      </p:sp>
      <p:sp>
        <p:nvSpPr>
          <p:cNvPr id="1030" name="TextBox 19"/>
          <p:cNvSpPr txBox="1">
            <a:spLocks noChangeArrowheads="1"/>
          </p:cNvSpPr>
          <p:nvPr/>
        </p:nvSpPr>
        <p:spPr bwMode="auto">
          <a:xfrm>
            <a:off x="3243263" y="1639888"/>
            <a:ext cx="204311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b="1"/>
              <a:t>Queueuing System</a:t>
            </a:r>
          </a:p>
        </p:txBody>
      </p:sp>
      <p:sp>
        <p:nvSpPr>
          <p:cNvPr id="1031" name="TextBox 20"/>
          <p:cNvSpPr txBox="1">
            <a:spLocks noChangeArrowheads="1"/>
          </p:cNvSpPr>
          <p:nvPr/>
        </p:nvSpPr>
        <p:spPr bwMode="auto">
          <a:xfrm>
            <a:off x="5753100" y="6108700"/>
            <a:ext cx="25336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fr-FR" altLang="id-ID" b="1"/>
              <a:t>Stochastic Performance</a:t>
            </a:r>
          </a:p>
          <a:p>
            <a:pPr eaLnBrk="1" hangingPunct="1">
              <a:buFont typeface="Wingdings" panose="05000000000000000000" pitchFamily="2" charset="2"/>
              <a:buNone/>
            </a:pPr>
            <a:r>
              <a:rPr lang="fr-FR" altLang="id-ID" b="1"/>
              <a:t>Using Queueing Theory</a:t>
            </a:r>
          </a:p>
        </p:txBody>
      </p:sp>
      <p:sp>
        <p:nvSpPr>
          <p:cNvPr id="1032" name="Title 8"/>
          <p:cNvSpPr>
            <a:spLocks noGrp="1"/>
          </p:cNvSpPr>
          <p:nvPr>
            <p:ph type="title"/>
          </p:nvPr>
        </p:nvSpPr>
        <p:spPr/>
        <p:txBody>
          <a:bodyPr/>
          <a:lstStyle/>
          <a:p>
            <a:pPr eaLnBrk="1" hangingPunct="1"/>
            <a:r>
              <a:rPr lang="en-US" altLang="id-ID"/>
              <a:t>Example: Deterministic vs. Stochastic</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4"/>
          <p:cNvSpPr>
            <a:spLocks noChangeArrowheads="1"/>
          </p:cNvSpPr>
          <p:nvPr/>
        </p:nvSpPr>
        <p:spPr bwMode="auto">
          <a:xfrm>
            <a:off x="1019175" y="1785938"/>
            <a:ext cx="5410200" cy="609600"/>
          </a:xfrm>
          <a:prstGeom prst="rect">
            <a:avLst/>
          </a:prstGeom>
          <a:solidFill>
            <a:schemeClr val="tx2"/>
          </a:solidFill>
          <a:ln w="9525">
            <a:solidFill>
              <a:schemeClr val="tx1"/>
            </a:solidFill>
            <a:miter lim="800000"/>
            <a:headEnd/>
            <a:tailEnd/>
          </a:ln>
        </p:spPr>
        <p:txBody>
          <a:bodyPr anchor="ctr"/>
          <a:lstStyle/>
          <a:p>
            <a:pPr algn="ctr">
              <a:buFont typeface="Wingdings" panose="05000000000000000000" pitchFamily="2" charset="2"/>
              <a:buNone/>
              <a:defRPr/>
            </a:pPr>
            <a:r>
              <a:rPr lang="en-US" sz="2800">
                <a:solidFill>
                  <a:schemeClr val="bg1"/>
                </a:solidFill>
                <a:latin typeface="+mn-lt"/>
                <a:cs typeface="Arial" charset="0"/>
              </a:rPr>
              <a:t>Define goals, objectives of study</a:t>
            </a:r>
          </a:p>
        </p:txBody>
      </p:sp>
      <p:sp>
        <p:nvSpPr>
          <p:cNvPr id="11268" name="Rectangle 5"/>
          <p:cNvSpPr>
            <a:spLocks noChangeArrowheads="1"/>
          </p:cNvSpPr>
          <p:nvPr/>
        </p:nvSpPr>
        <p:spPr bwMode="auto">
          <a:xfrm>
            <a:off x="1019175" y="2571750"/>
            <a:ext cx="5410200" cy="609600"/>
          </a:xfrm>
          <a:prstGeom prst="rect">
            <a:avLst/>
          </a:prstGeom>
          <a:solidFill>
            <a:schemeClr val="tx2"/>
          </a:solidFill>
          <a:ln w="9525">
            <a:solidFill>
              <a:schemeClr val="tx1"/>
            </a:solidFill>
            <a:miter lim="800000"/>
            <a:headEnd/>
            <a:tailEnd/>
          </a:ln>
        </p:spPr>
        <p:txBody>
          <a:bodyPr anchor="ctr"/>
          <a:lstStyle/>
          <a:p>
            <a:pPr algn="ctr">
              <a:buFont typeface="Wingdings" panose="05000000000000000000" pitchFamily="2" charset="2"/>
              <a:buNone/>
              <a:defRPr/>
            </a:pPr>
            <a:r>
              <a:rPr lang="en-US" sz="2800">
                <a:solidFill>
                  <a:schemeClr val="bg1"/>
                </a:solidFill>
                <a:latin typeface="+mn-lt"/>
                <a:cs typeface="Arial" charset="0"/>
              </a:rPr>
              <a:t>Develop conceptual model</a:t>
            </a:r>
          </a:p>
        </p:txBody>
      </p:sp>
      <p:sp>
        <p:nvSpPr>
          <p:cNvPr id="11269" name="Rectangle 6"/>
          <p:cNvSpPr>
            <a:spLocks noChangeArrowheads="1"/>
          </p:cNvSpPr>
          <p:nvPr/>
        </p:nvSpPr>
        <p:spPr bwMode="auto">
          <a:xfrm>
            <a:off x="1019175" y="3357563"/>
            <a:ext cx="5410200" cy="609600"/>
          </a:xfrm>
          <a:prstGeom prst="rect">
            <a:avLst/>
          </a:prstGeom>
          <a:solidFill>
            <a:schemeClr val="tx2"/>
          </a:solidFill>
          <a:ln w="9525">
            <a:solidFill>
              <a:schemeClr val="tx1"/>
            </a:solidFill>
            <a:miter lim="800000"/>
            <a:headEnd/>
            <a:tailEnd/>
          </a:ln>
        </p:spPr>
        <p:txBody>
          <a:bodyPr anchor="ctr"/>
          <a:lstStyle/>
          <a:p>
            <a:pPr algn="ctr">
              <a:buFont typeface="Wingdings" panose="05000000000000000000" pitchFamily="2" charset="2"/>
              <a:buNone/>
              <a:defRPr/>
            </a:pPr>
            <a:r>
              <a:rPr lang="en-US" sz="2800">
                <a:solidFill>
                  <a:schemeClr val="bg1"/>
                </a:solidFill>
                <a:latin typeface="+mn-lt"/>
                <a:cs typeface="Arial" charset="0"/>
              </a:rPr>
              <a:t>Develop specification of model</a:t>
            </a:r>
          </a:p>
        </p:txBody>
      </p:sp>
      <p:sp>
        <p:nvSpPr>
          <p:cNvPr id="11270" name="Rectangle 7"/>
          <p:cNvSpPr>
            <a:spLocks noChangeArrowheads="1"/>
          </p:cNvSpPr>
          <p:nvPr/>
        </p:nvSpPr>
        <p:spPr bwMode="auto">
          <a:xfrm>
            <a:off x="1019175" y="4143375"/>
            <a:ext cx="5410200" cy="609600"/>
          </a:xfrm>
          <a:prstGeom prst="rect">
            <a:avLst/>
          </a:prstGeom>
          <a:solidFill>
            <a:schemeClr val="tx2"/>
          </a:solidFill>
          <a:ln w="9525">
            <a:solidFill>
              <a:schemeClr val="tx1"/>
            </a:solidFill>
            <a:miter lim="800000"/>
            <a:headEnd/>
            <a:tailEnd/>
          </a:ln>
        </p:spPr>
        <p:txBody>
          <a:bodyPr anchor="ctr"/>
          <a:lstStyle/>
          <a:p>
            <a:pPr algn="ctr">
              <a:buFont typeface="Wingdings" panose="05000000000000000000" pitchFamily="2" charset="2"/>
              <a:buNone/>
              <a:defRPr/>
            </a:pPr>
            <a:r>
              <a:rPr lang="en-US" sz="2800">
                <a:solidFill>
                  <a:schemeClr val="bg1"/>
                </a:solidFill>
                <a:latin typeface="+mn-lt"/>
                <a:cs typeface="Arial" charset="0"/>
              </a:rPr>
              <a:t>Develop computational model</a:t>
            </a:r>
          </a:p>
        </p:txBody>
      </p:sp>
      <p:sp>
        <p:nvSpPr>
          <p:cNvPr id="11271" name="Rectangle 8"/>
          <p:cNvSpPr>
            <a:spLocks noChangeArrowheads="1"/>
          </p:cNvSpPr>
          <p:nvPr/>
        </p:nvSpPr>
        <p:spPr bwMode="auto">
          <a:xfrm>
            <a:off x="1019175" y="4929188"/>
            <a:ext cx="5410200" cy="609600"/>
          </a:xfrm>
          <a:prstGeom prst="rect">
            <a:avLst/>
          </a:prstGeom>
          <a:solidFill>
            <a:schemeClr val="tx2"/>
          </a:solidFill>
          <a:ln w="9525">
            <a:solidFill>
              <a:schemeClr val="tx1"/>
            </a:solidFill>
            <a:miter lim="800000"/>
            <a:headEnd/>
            <a:tailEnd/>
          </a:ln>
        </p:spPr>
        <p:txBody>
          <a:bodyPr anchor="ctr"/>
          <a:lstStyle/>
          <a:p>
            <a:pPr algn="ctr">
              <a:buFont typeface="Wingdings" panose="05000000000000000000" pitchFamily="2" charset="2"/>
              <a:buNone/>
              <a:defRPr/>
            </a:pPr>
            <a:r>
              <a:rPr lang="en-US" sz="2800">
                <a:solidFill>
                  <a:schemeClr val="bg1"/>
                </a:solidFill>
                <a:latin typeface="+mn-lt"/>
                <a:cs typeface="Arial" charset="0"/>
              </a:rPr>
              <a:t>Verify model</a:t>
            </a:r>
          </a:p>
        </p:txBody>
      </p:sp>
      <p:sp>
        <p:nvSpPr>
          <p:cNvPr id="11272" name="Rectangle 9"/>
          <p:cNvSpPr>
            <a:spLocks noChangeArrowheads="1"/>
          </p:cNvSpPr>
          <p:nvPr/>
        </p:nvSpPr>
        <p:spPr bwMode="auto">
          <a:xfrm>
            <a:off x="1019175" y="5715000"/>
            <a:ext cx="5410200" cy="609600"/>
          </a:xfrm>
          <a:prstGeom prst="rect">
            <a:avLst/>
          </a:prstGeom>
          <a:solidFill>
            <a:schemeClr val="tx2"/>
          </a:solidFill>
          <a:ln w="9525">
            <a:solidFill>
              <a:schemeClr val="tx1"/>
            </a:solidFill>
            <a:miter lim="800000"/>
            <a:headEnd/>
            <a:tailEnd/>
          </a:ln>
        </p:spPr>
        <p:txBody>
          <a:bodyPr anchor="ctr"/>
          <a:lstStyle/>
          <a:p>
            <a:pPr algn="ctr">
              <a:buFont typeface="Wingdings" panose="05000000000000000000" pitchFamily="2" charset="2"/>
              <a:buNone/>
              <a:defRPr/>
            </a:pPr>
            <a:r>
              <a:rPr lang="en-US" sz="2800">
                <a:solidFill>
                  <a:schemeClr val="bg1"/>
                </a:solidFill>
                <a:latin typeface="+mn-lt"/>
                <a:cs typeface="Arial" charset="0"/>
              </a:rPr>
              <a:t>Validate model</a:t>
            </a:r>
          </a:p>
        </p:txBody>
      </p:sp>
      <p:sp>
        <p:nvSpPr>
          <p:cNvPr id="11273" name="Rectangle 23"/>
          <p:cNvSpPr>
            <a:spLocks noChangeArrowheads="1"/>
          </p:cNvSpPr>
          <p:nvPr/>
        </p:nvSpPr>
        <p:spPr bwMode="auto">
          <a:xfrm>
            <a:off x="6342063" y="3124200"/>
            <a:ext cx="2420937" cy="588963"/>
          </a:xfrm>
          <a:prstGeom prst="rect">
            <a:avLst/>
          </a:prstGeom>
          <a:noFill/>
          <a:ln w="9525">
            <a:noFill/>
            <a:miter lim="800000"/>
            <a:headEnd/>
            <a:tailEnd/>
          </a:ln>
        </p:spPr>
        <p:txBody>
          <a:bodyPr>
            <a:spAutoFit/>
          </a:bodyPr>
          <a:lstStyle/>
          <a:p>
            <a:pPr algn="ctr">
              <a:buFont typeface="Wingdings" panose="05000000000000000000" pitchFamily="2" charset="2"/>
              <a:buNone/>
              <a:defRPr/>
            </a:pPr>
            <a:r>
              <a:rPr lang="en-US" sz="2000">
                <a:latin typeface="+mj-lt"/>
                <a:cs typeface="Arial" charset="0"/>
              </a:rPr>
              <a:t>Fundamentally an iterative process</a:t>
            </a:r>
          </a:p>
        </p:txBody>
      </p:sp>
      <p:cxnSp>
        <p:nvCxnSpPr>
          <p:cNvPr id="16" name="Straight Arrow Connector 15"/>
          <p:cNvCxnSpPr>
            <a:stCxn id="11267" idx="2"/>
            <a:endCxn id="11268" idx="0"/>
          </p:cNvCxnSpPr>
          <p:nvPr/>
        </p:nvCxnSpPr>
        <p:spPr>
          <a:xfrm rot="5400000">
            <a:off x="3636963" y="2482850"/>
            <a:ext cx="176212"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Straight Arrow Connector 16"/>
          <p:cNvCxnSpPr>
            <a:stCxn id="11268" idx="2"/>
            <a:endCxn id="11269" idx="0"/>
          </p:cNvCxnSpPr>
          <p:nvPr/>
        </p:nvCxnSpPr>
        <p:spPr>
          <a:xfrm rot="5400000">
            <a:off x="3636962" y="3268663"/>
            <a:ext cx="176213"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p:cNvCxnSpPr>
            <a:stCxn id="11269" idx="2"/>
            <a:endCxn id="11270" idx="0"/>
          </p:cNvCxnSpPr>
          <p:nvPr/>
        </p:nvCxnSpPr>
        <p:spPr>
          <a:xfrm rot="5400000">
            <a:off x="3636169" y="4055269"/>
            <a:ext cx="1778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stCxn id="11271" idx="2"/>
            <a:endCxn id="11272" idx="0"/>
          </p:cNvCxnSpPr>
          <p:nvPr/>
        </p:nvCxnSpPr>
        <p:spPr>
          <a:xfrm rot="5400000">
            <a:off x="3636962" y="5627688"/>
            <a:ext cx="176213"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a:stCxn id="11270" idx="2"/>
            <a:endCxn id="11271" idx="0"/>
          </p:cNvCxnSpPr>
          <p:nvPr/>
        </p:nvCxnSpPr>
        <p:spPr>
          <a:xfrm rot="5400000">
            <a:off x="3636963" y="4841875"/>
            <a:ext cx="176212"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6638" name="Title 14"/>
          <p:cNvSpPr>
            <a:spLocks noGrp="1"/>
          </p:cNvSpPr>
          <p:nvPr>
            <p:ph type="title"/>
          </p:nvPr>
        </p:nvSpPr>
        <p:spPr/>
        <p:txBody>
          <a:bodyPr/>
          <a:lstStyle/>
          <a:p>
            <a:pPr eaLnBrk="1" hangingPunct="1"/>
            <a:r>
              <a:rPr lang="en-US" altLang="id-ID"/>
              <a:t>Model Development Lifecycle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309563" y="1357313"/>
          <a:ext cx="8548687" cy="5286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651" name="Title 4"/>
          <p:cNvSpPr>
            <a:spLocks noGrp="1"/>
          </p:cNvSpPr>
          <p:nvPr>
            <p:ph type="title"/>
          </p:nvPr>
        </p:nvSpPr>
        <p:spPr/>
        <p:txBody>
          <a:bodyPr/>
          <a:lstStyle/>
          <a:p>
            <a:pPr eaLnBrk="1" hangingPunct="1"/>
            <a:r>
              <a:rPr lang="en-US" altLang="id-ID"/>
              <a:t>Model Development Lifecycle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309563" y="1500188"/>
          <a:ext cx="8548687"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675" name="Title 4"/>
          <p:cNvSpPr>
            <a:spLocks noGrp="1"/>
          </p:cNvSpPr>
          <p:nvPr>
            <p:ph type="title"/>
          </p:nvPr>
        </p:nvSpPr>
        <p:spPr/>
        <p:txBody>
          <a:bodyPr/>
          <a:lstStyle/>
          <a:p>
            <a:pPr eaLnBrk="1" hangingPunct="1"/>
            <a:r>
              <a:rPr lang="en-US" altLang="id-ID"/>
              <a:t>Model Development Lifecycle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214313" y="1500188"/>
          <a:ext cx="8643937" cy="5286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699" name="Title 4"/>
          <p:cNvSpPr>
            <a:spLocks noGrp="1"/>
          </p:cNvSpPr>
          <p:nvPr>
            <p:ph type="title"/>
          </p:nvPr>
        </p:nvSpPr>
        <p:spPr/>
        <p:txBody>
          <a:bodyPr/>
          <a:lstStyle/>
          <a:p>
            <a:pPr eaLnBrk="1" hangingPunct="1"/>
            <a:r>
              <a:rPr lang="en-US" altLang="id-ID"/>
              <a:t>Model Development Lifecycle</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52400"/>
            <a:ext cx="8543925" cy="990600"/>
          </a:xfrm>
        </p:spPr>
        <p:txBody>
          <a:bodyPr/>
          <a:lstStyle/>
          <a:p>
            <a:pPr eaLnBrk="1" hangingPunct="1"/>
            <a:r>
              <a:rPr lang="en-US" altLang="id-ID"/>
              <a:t>Example: Airport Check-in Desk Queuing </a:t>
            </a:r>
          </a:p>
        </p:txBody>
      </p:sp>
      <p:sp>
        <p:nvSpPr>
          <p:cNvPr id="30723" name="Content Placeholder 3"/>
          <p:cNvSpPr>
            <a:spLocks noGrp="1"/>
          </p:cNvSpPr>
          <p:nvPr>
            <p:ph sz="quarter" idx="1"/>
          </p:nvPr>
        </p:nvSpPr>
        <p:spPr>
          <a:xfrm>
            <a:off x="457200" y="4429125"/>
            <a:ext cx="8229600" cy="1857375"/>
          </a:xfrm>
        </p:spPr>
        <p:txBody>
          <a:bodyPr/>
          <a:lstStyle/>
          <a:p>
            <a:pPr eaLnBrk="1" hangingPunct="1"/>
            <a:r>
              <a:rPr lang="en-US" altLang="id-ID" sz="1800"/>
              <a:t>We consider flight check-in desks in an Airport. The administration of the airport wants to improve its quality of service by reducing the waiting time of travelers. For that purpose, they want to design what could be the best queuing strategy to have the minimum waiting time. </a:t>
            </a:r>
          </a:p>
          <a:p>
            <a:pPr eaLnBrk="1" hangingPunct="1"/>
            <a:r>
              <a:rPr lang="en-US" altLang="id-ID" sz="1800"/>
              <a:t>The main problem is to know what is the best queuing strategy that reduces the waiting time of travelers in check-in desks. </a:t>
            </a:r>
            <a:endParaRPr lang="en-US" altLang="id-ID" sz="1600"/>
          </a:p>
        </p:txBody>
      </p:sp>
      <p:grpSp>
        <p:nvGrpSpPr>
          <p:cNvPr id="30724" name="Group 30"/>
          <p:cNvGrpSpPr>
            <a:grpSpLocks/>
          </p:cNvGrpSpPr>
          <p:nvPr/>
        </p:nvGrpSpPr>
        <p:grpSpPr bwMode="auto">
          <a:xfrm>
            <a:off x="2214563" y="1714500"/>
            <a:ext cx="3929062" cy="2533650"/>
            <a:chOff x="2214546" y="1714488"/>
            <a:chExt cx="3929090" cy="2534061"/>
          </a:xfrm>
        </p:grpSpPr>
        <p:pic>
          <p:nvPicPr>
            <p:cNvPr id="30725" name="Picture 28" descr="http://www.aleqt.com/a/236862_371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46" y="1714488"/>
              <a:ext cx="3929090" cy="2534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Oval 29"/>
            <p:cNvSpPr/>
            <p:nvPr/>
          </p:nvSpPr>
          <p:spPr>
            <a:xfrm>
              <a:off x="2500298" y="2857673"/>
              <a:ext cx="142876" cy="21434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52400"/>
            <a:ext cx="8472488" cy="990600"/>
          </a:xfrm>
        </p:spPr>
        <p:txBody>
          <a:bodyPr/>
          <a:lstStyle/>
          <a:p>
            <a:pPr eaLnBrk="1" hangingPunct="1"/>
            <a:r>
              <a:rPr lang="en-US" altLang="id-ID"/>
              <a:t>Step. 1. Define the objectives of the study </a:t>
            </a:r>
          </a:p>
        </p:txBody>
      </p:sp>
      <p:sp>
        <p:nvSpPr>
          <p:cNvPr id="31747" name="Content Placeholder 27"/>
          <p:cNvSpPr>
            <a:spLocks noGrp="1"/>
          </p:cNvSpPr>
          <p:nvPr>
            <p:ph sz="quarter" idx="1"/>
          </p:nvPr>
        </p:nvSpPr>
        <p:spPr>
          <a:xfrm>
            <a:off x="457200" y="1219200"/>
            <a:ext cx="8229600" cy="4937125"/>
          </a:xfrm>
        </p:spPr>
        <p:txBody>
          <a:bodyPr/>
          <a:lstStyle/>
          <a:p>
            <a:pPr eaLnBrk="1" hangingPunct="1"/>
            <a:r>
              <a:rPr lang="fr-FR" altLang="id-ID"/>
              <a:t>Main Objective: </a:t>
            </a:r>
            <a:r>
              <a:rPr lang="en-US" altLang="id-ID" sz="2800"/>
              <a:t>what is the best queuing strategy that </a:t>
            </a:r>
            <a:r>
              <a:rPr lang="en-US" altLang="id-ID" sz="2800">
                <a:solidFill>
                  <a:srgbClr val="C00000"/>
                </a:solidFill>
              </a:rPr>
              <a:t>reduces the waiting time </a:t>
            </a:r>
            <a:r>
              <a:rPr lang="en-US" altLang="id-ID" sz="2800"/>
              <a:t>of travelers in check-in desks. </a:t>
            </a:r>
          </a:p>
          <a:p>
            <a:pPr eaLnBrk="1" hangingPunct="1"/>
            <a:r>
              <a:rPr lang="en-US" altLang="id-ID" sz="2400"/>
              <a:t>Find a model that enables to compute waiting time of travelers</a:t>
            </a:r>
          </a:p>
          <a:p>
            <a:pPr lvl="1" eaLnBrk="1" hangingPunct="1"/>
            <a:r>
              <a:rPr lang="en-US" altLang="id-ID" sz="2100"/>
              <a:t>Solution 1. Queueing Theory (Analytical Model)</a:t>
            </a:r>
          </a:p>
          <a:p>
            <a:pPr lvl="1" eaLnBrk="1" hangingPunct="1"/>
            <a:r>
              <a:rPr lang="en-US" altLang="id-ID" sz="2100"/>
              <a:t>Solution 2. Simulation (Computer Program Model)</a:t>
            </a:r>
          </a:p>
          <a:p>
            <a:pPr eaLnBrk="1" hangingPunct="1"/>
            <a:r>
              <a:rPr lang="en-US" altLang="id-ID" sz="2400"/>
              <a:t>Two Possible Models</a:t>
            </a:r>
          </a:p>
          <a:p>
            <a:pPr eaLnBrk="1" hangingPunct="1"/>
            <a:endParaRPr lang="en-US" altLang="id-ID"/>
          </a:p>
        </p:txBody>
      </p:sp>
      <p:grpSp>
        <p:nvGrpSpPr>
          <p:cNvPr id="31748" name="Group 28"/>
          <p:cNvGrpSpPr>
            <a:grpSpLocks/>
          </p:cNvGrpSpPr>
          <p:nvPr/>
        </p:nvGrpSpPr>
        <p:grpSpPr bwMode="auto">
          <a:xfrm>
            <a:off x="500063" y="4572000"/>
            <a:ext cx="8128000" cy="1439863"/>
            <a:chOff x="357156" y="2904636"/>
            <a:chExt cx="8127771" cy="1440000"/>
          </a:xfrm>
        </p:grpSpPr>
        <p:pic>
          <p:nvPicPr>
            <p:cNvPr id="31751" name="Picture 2" descr="D:\جامعة الإمام محمد بن سعود الإسلامية\FALL 2009\التدريس\CS433-FALL2009\الاختبارات\الاختبارات خريف 2009\mm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47" y="2904636"/>
              <a:ext cx="4198680"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1752" name="Picture 3" descr="D:\جامعة الإمام محمد بن سعود الإسلامية\FALL 2009\التدريس\CS433-FALL2009\الاختبارات\الاختبارات خريف 2009\mm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56" y="2904636"/>
              <a:ext cx="3782016"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31753" name="Group 8"/>
            <p:cNvGrpSpPr>
              <a:grpSpLocks/>
            </p:cNvGrpSpPr>
            <p:nvPr/>
          </p:nvGrpSpPr>
          <p:grpSpPr bwMode="auto">
            <a:xfrm>
              <a:off x="376179" y="2938459"/>
              <a:ext cx="3748143" cy="1387021"/>
              <a:chOff x="376179" y="2938459"/>
              <a:chExt cx="3748143" cy="1387021"/>
            </a:xfrm>
          </p:grpSpPr>
          <p:sp>
            <p:nvSpPr>
              <p:cNvPr id="40" name="Rectangle 39"/>
              <p:cNvSpPr/>
              <p:nvPr/>
            </p:nvSpPr>
            <p:spPr>
              <a:xfrm>
                <a:off x="376205" y="3465077"/>
                <a:ext cx="1223927" cy="1444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1" name="Rectangle 40"/>
              <p:cNvSpPr/>
              <p:nvPr/>
            </p:nvSpPr>
            <p:spPr>
              <a:xfrm>
                <a:off x="2881209" y="2937977"/>
                <a:ext cx="1223927" cy="214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2" name="Rectangle 41"/>
              <p:cNvSpPr/>
              <p:nvPr/>
            </p:nvSpPr>
            <p:spPr>
              <a:xfrm>
                <a:off x="2900259" y="4181107"/>
                <a:ext cx="1223927" cy="1444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33" name="Rectangle 32"/>
            <p:cNvSpPr/>
            <p:nvPr/>
          </p:nvSpPr>
          <p:spPr>
            <a:xfrm>
              <a:off x="4309920" y="3480954"/>
              <a:ext cx="1115981" cy="214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Rectangle 33"/>
            <p:cNvSpPr/>
            <p:nvPr/>
          </p:nvSpPr>
          <p:spPr>
            <a:xfrm>
              <a:off x="7400695" y="2947503"/>
              <a:ext cx="1071533" cy="1428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ectangle 34"/>
            <p:cNvSpPr/>
            <p:nvPr/>
          </p:nvSpPr>
          <p:spPr>
            <a:xfrm>
              <a:off x="7386408" y="3438087"/>
              <a:ext cx="1071532" cy="1428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Rectangle 35"/>
            <p:cNvSpPr/>
            <p:nvPr/>
          </p:nvSpPr>
          <p:spPr>
            <a:xfrm>
              <a:off x="7391170" y="3928671"/>
              <a:ext cx="1071533" cy="1428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7" name="Rectangle 36"/>
            <p:cNvSpPr/>
            <p:nvPr/>
          </p:nvSpPr>
          <p:spPr>
            <a:xfrm>
              <a:off x="5052849" y="3057051"/>
              <a:ext cx="1071532" cy="1428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 name="Rectangle 37"/>
            <p:cNvSpPr/>
            <p:nvPr/>
          </p:nvSpPr>
          <p:spPr>
            <a:xfrm>
              <a:off x="5557659" y="3500006"/>
              <a:ext cx="576246" cy="1809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Rectangle 38"/>
            <p:cNvSpPr/>
            <p:nvPr/>
          </p:nvSpPr>
          <p:spPr>
            <a:xfrm>
              <a:off x="5576709" y="3973126"/>
              <a:ext cx="576246" cy="1794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43" name="TextBox 42"/>
          <p:cNvSpPr txBox="1"/>
          <p:nvPr/>
        </p:nvSpPr>
        <p:spPr>
          <a:xfrm>
            <a:off x="2214563" y="6053138"/>
            <a:ext cx="865187" cy="288925"/>
          </a:xfrm>
          <a:prstGeom prst="rect">
            <a:avLst/>
          </a:prstGeom>
          <a:noFill/>
        </p:spPr>
        <p:txBody>
          <a:bodyPr wrap="none">
            <a:spAutoFit/>
          </a:bodyPr>
          <a:lstStyle/>
          <a:p>
            <a:pPr>
              <a:buFont typeface="Wingdings" panose="05000000000000000000" pitchFamily="2" charset="2"/>
              <a:buNone/>
              <a:defRPr/>
            </a:pPr>
            <a:r>
              <a:rPr lang="fr-FR" dirty="0">
                <a:latin typeface="+mn-lt"/>
              </a:rPr>
              <a:t>Model 1</a:t>
            </a:r>
            <a:endParaRPr lang="en-US" dirty="0">
              <a:latin typeface="+mn-lt"/>
            </a:endParaRPr>
          </a:p>
        </p:txBody>
      </p:sp>
      <p:sp>
        <p:nvSpPr>
          <p:cNvPr id="44" name="TextBox 43"/>
          <p:cNvSpPr txBox="1"/>
          <p:nvPr/>
        </p:nvSpPr>
        <p:spPr>
          <a:xfrm>
            <a:off x="6215063" y="6053138"/>
            <a:ext cx="865187" cy="288925"/>
          </a:xfrm>
          <a:prstGeom prst="rect">
            <a:avLst/>
          </a:prstGeom>
          <a:noFill/>
        </p:spPr>
        <p:txBody>
          <a:bodyPr wrap="none">
            <a:spAutoFit/>
          </a:bodyPr>
          <a:lstStyle/>
          <a:p>
            <a:pPr>
              <a:buFont typeface="Wingdings" panose="05000000000000000000" pitchFamily="2" charset="2"/>
              <a:buNone/>
              <a:defRPr/>
            </a:pPr>
            <a:r>
              <a:rPr lang="fr-FR" dirty="0">
                <a:latin typeface="+mn-lt"/>
              </a:rPr>
              <a:t>Model 2</a:t>
            </a:r>
            <a:endParaRPr lang="en-US" dirty="0">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152400"/>
            <a:ext cx="8472488" cy="990600"/>
          </a:xfrm>
        </p:spPr>
        <p:txBody>
          <a:bodyPr/>
          <a:lstStyle/>
          <a:p>
            <a:pPr eaLnBrk="1" hangingPunct="1"/>
            <a:r>
              <a:rPr lang="en-US" altLang="id-ID"/>
              <a:t>Step. 2. Develop Conceptual Model</a:t>
            </a:r>
          </a:p>
        </p:txBody>
      </p:sp>
      <p:sp>
        <p:nvSpPr>
          <p:cNvPr id="32771" name="Content Placeholder 27"/>
          <p:cNvSpPr>
            <a:spLocks noGrp="1"/>
          </p:cNvSpPr>
          <p:nvPr>
            <p:ph sz="quarter" idx="1"/>
          </p:nvPr>
        </p:nvSpPr>
        <p:spPr>
          <a:xfrm>
            <a:off x="457200" y="3786188"/>
            <a:ext cx="3686175" cy="1143000"/>
          </a:xfrm>
        </p:spPr>
        <p:txBody>
          <a:bodyPr/>
          <a:lstStyle/>
          <a:p>
            <a:pPr eaLnBrk="1" hangingPunct="1"/>
            <a:r>
              <a:rPr lang="fr-FR" altLang="id-ID"/>
              <a:t>One Queue</a:t>
            </a:r>
          </a:p>
          <a:p>
            <a:pPr eaLnBrk="1" hangingPunct="1"/>
            <a:r>
              <a:rPr lang="fr-FR" altLang="id-ID" sz="2400"/>
              <a:t>N=3 servers</a:t>
            </a:r>
            <a:endParaRPr lang="en-US" altLang="id-ID"/>
          </a:p>
        </p:txBody>
      </p:sp>
      <p:sp>
        <p:nvSpPr>
          <p:cNvPr id="18" name="Content Placeholder 27"/>
          <p:cNvSpPr txBox="1">
            <a:spLocks/>
          </p:cNvSpPr>
          <p:nvPr/>
        </p:nvSpPr>
        <p:spPr bwMode="auto">
          <a:xfrm>
            <a:off x="4886325" y="3786188"/>
            <a:ext cx="3686175" cy="1143000"/>
          </a:xfrm>
          <a:prstGeom prst="rect">
            <a:avLst/>
          </a:prstGeom>
          <a:noFill/>
          <a:ln w="9525">
            <a:noFill/>
            <a:miter lim="800000"/>
            <a:headEnd/>
            <a:tailEnd/>
          </a:ln>
        </p:spPr>
        <p:txBody>
          <a:bodyPr/>
          <a:lstStyle/>
          <a:p>
            <a:pPr marL="273050" indent="-273050">
              <a:lnSpc>
                <a:spcPct val="100000"/>
              </a:lnSpc>
              <a:spcBef>
                <a:spcPts val="600"/>
              </a:spcBef>
              <a:buSzPct val="76000"/>
              <a:buFont typeface="Wingdings 3" pitchFamily="18" charset="2"/>
              <a:buChar char=""/>
              <a:defRPr/>
            </a:pPr>
            <a:r>
              <a:rPr lang="en-US" sz="2600">
                <a:latin typeface="+mn-lt"/>
                <a:cs typeface="+mn-cs"/>
              </a:rPr>
              <a:t>Three Queues</a:t>
            </a:r>
          </a:p>
          <a:p>
            <a:pPr marL="273050" indent="-273050">
              <a:lnSpc>
                <a:spcPct val="100000"/>
              </a:lnSpc>
              <a:spcBef>
                <a:spcPts val="600"/>
              </a:spcBef>
              <a:buSzPct val="76000"/>
              <a:buFont typeface="Wingdings 3" pitchFamily="18" charset="2"/>
              <a:buChar char=""/>
              <a:defRPr/>
            </a:pPr>
            <a:r>
              <a:rPr lang="en-US" sz="2400">
                <a:latin typeface="+mn-lt"/>
                <a:cs typeface="+mn-cs"/>
              </a:rPr>
              <a:t>N=3 servers</a:t>
            </a:r>
            <a:endParaRPr lang="en-US" sz="2600" dirty="0">
              <a:latin typeface="+mn-lt"/>
              <a:cs typeface="+mn-cs"/>
            </a:endParaRPr>
          </a:p>
        </p:txBody>
      </p:sp>
      <p:grpSp>
        <p:nvGrpSpPr>
          <p:cNvPr id="32773" name="Group 24"/>
          <p:cNvGrpSpPr>
            <a:grpSpLocks/>
          </p:cNvGrpSpPr>
          <p:nvPr/>
        </p:nvGrpSpPr>
        <p:grpSpPr bwMode="auto">
          <a:xfrm>
            <a:off x="500063" y="2071688"/>
            <a:ext cx="8128000" cy="1766887"/>
            <a:chOff x="500034" y="1785926"/>
            <a:chExt cx="8127771" cy="1766900"/>
          </a:xfrm>
        </p:grpSpPr>
        <p:grpSp>
          <p:nvGrpSpPr>
            <p:cNvPr id="32776" name="Group 23"/>
            <p:cNvGrpSpPr>
              <a:grpSpLocks/>
            </p:cNvGrpSpPr>
            <p:nvPr/>
          </p:nvGrpSpPr>
          <p:grpSpPr bwMode="auto">
            <a:xfrm>
              <a:off x="500034" y="1785926"/>
              <a:ext cx="8127771" cy="1440000"/>
              <a:chOff x="500034" y="1785926"/>
              <a:chExt cx="8127771" cy="1440000"/>
            </a:xfrm>
          </p:grpSpPr>
          <p:pic>
            <p:nvPicPr>
              <p:cNvPr id="32779" name="Picture 2" descr="D:\جامعة الإمام محمد بن سعود الإسلامية\FALL 2009\التدريس\CS433-FALL2009\الاختبارات\الاختبارات خريف 2009\mm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1785926"/>
                <a:ext cx="4198680"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2780" name="Picture 3" descr="D:\جامعة الإمام محمد بن سعود الإسلامية\FALL 2009\التدريس\CS433-FALL2009\الاختبارات\الاختبارات خريف 2009\mm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34" y="1785926"/>
                <a:ext cx="3782016"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32781" name="Group 8"/>
              <p:cNvGrpSpPr>
                <a:grpSpLocks/>
              </p:cNvGrpSpPr>
              <p:nvPr/>
            </p:nvGrpSpPr>
            <p:grpSpPr bwMode="auto">
              <a:xfrm>
                <a:off x="519057" y="1819749"/>
                <a:ext cx="3748143" cy="1387021"/>
                <a:chOff x="376179" y="2938459"/>
                <a:chExt cx="3748143" cy="1387021"/>
              </a:xfrm>
            </p:grpSpPr>
            <p:sp>
              <p:nvSpPr>
                <p:cNvPr id="6" name="Rectangle 5"/>
                <p:cNvSpPr/>
                <p:nvPr/>
              </p:nvSpPr>
              <p:spPr>
                <a:xfrm>
                  <a:off x="376205" y="3465027"/>
                  <a:ext cx="1223927" cy="1444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881209" y="2937973"/>
                  <a:ext cx="1223927" cy="2143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2900259" y="4180996"/>
                  <a:ext cx="1223927" cy="1444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0" name="Rectangle 9"/>
              <p:cNvSpPr/>
              <p:nvPr/>
            </p:nvSpPr>
            <p:spPr>
              <a:xfrm>
                <a:off x="4452798" y="2362192"/>
                <a:ext cx="1115981" cy="2143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7543573" y="1828788"/>
                <a:ext cx="1071533"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529286" y="2319330"/>
                <a:ext cx="1071532"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534048" y="2809871"/>
                <a:ext cx="1071533"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5195727" y="1938327"/>
                <a:ext cx="1071532"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p:cNvSpPr/>
              <p:nvPr/>
            </p:nvSpPr>
            <p:spPr>
              <a:xfrm>
                <a:off x="5700537" y="2381243"/>
                <a:ext cx="576246" cy="1809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p:cNvSpPr/>
              <p:nvPr/>
            </p:nvSpPr>
            <p:spPr>
              <a:xfrm>
                <a:off x="5719587" y="2854321"/>
                <a:ext cx="576246" cy="1793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0" name="TextBox 19"/>
            <p:cNvSpPr txBox="1"/>
            <p:nvPr/>
          </p:nvSpPr>
          <p:spPr>
            <a:xfrm>
              <a:off x="2214486" y="3263899"/>
              <a:ext cx="866751" cy="288927"/>
            </a:xfrm>
            <a:prstGeom prst="rect">
              <a:avLst/>
            </a:prstGeom>
            <a:noFill/>
          </p:spPr>
          <p:txBody>
            <a:bodyPr wrap="none">
              <a:spAutoFit/>
            </a:bodyPr>
            <a:lstStyle/>
            <a:p>
              <a:pPr>
                <a:buFont typeface="Wingdings" panose="05000000000000000000" pitchFamily="2" charset="2"/>
                <a:buNone/>
                <a:defRPr/>
              </a:pPr>
              <a:r>
                <a:rPr lang="fr-FR" dirty="0">
                  <a:latin typeface="+mn-lt"/>
                </a:rPr>
                <a:t>Model 1</a:t>
              </a:r>
              <a:endParaRPr lang="en-US" dirty="0">
                <a:latin typeface="+mn-lt"/>
              </a:endParaRPr>
            </a:p>
          </p:txBody>
        </p:sp>
        <p:sp>
          <p:nvSpPr>
            <p:cNvPr id="21" name="TextBox 20"/>
            <p:cNvSpPr txBox="1"/>
            <p:nvPr/>
          </p:nvSpPr>
          <p:spPr>
            <a:xfrm>
              <a:off x="6214873" y="3263899"/>
              <a:ext cx="866751" cy="288927"/>
            </a:xfrm>
            <a:prstGeom prst="rect">
              <a:avLst/>
            </a:prstGeom>
            <a:noFill/>
          </p:spPr>
          <p:txBody>
            <a:bodyPr wrap="none">
              <a:spAutoFit/>
            </a:bodyPr>
            <a:lstStyle/>
            <a:p>
              <a:pPr>
                <a:buFont typeface="Wingdings" panose="05000000000000000000" pitchFamily="2" charset="2"/>
                <a:buNone/>
                <a:defRPr/>
              </a:pPr>
              <a:r>
                <a:rPr lang="fr-FR" dirty="0">
                  <a:latin typeface="+mn-lt"/>
                </a:rPr>
                <a:t>Model 2</a:t>
              </a:r>
              <a:endParaRPr lang="en-US" dirty="0">
                <a:latin typeface="+mn-lt"/>
              </a:endParaRPr>
            </a:p>
          </p:txBody>
        </p:sp>
      </p:grpSp>
      <p:sp>
        <p:nvSpPr>
          <p:cNvPr id="22" name="Content Placeholder 27"/>
          <p:cNvSpPr txBox="1">
            <a:spLocks/>
          </p:cNvSpPr>
          <p:nvPr/>
        </p:nvSpPr>
        <p:spPr bwMode="auto">
          <a:xfrm>
            <a:off x="428625" y="4929188"/>
            <a:ext cx="8501063" cy="1357312"/>
          </a:xfrm>
          <a:prstGeom prst="rect">
            <a:avLst/>
          </a:prstGeom>
          <a:noFill/>
          <a:ln w="9525">
            <a:noFill/>
            <a:miter lim="800000"/>
            <a:headEnd/>
            <a:tailEnd/>
          </a:ln>
        </p:spPr>
        <p:txBody>
          <a:bodyPr/>
          <a:lstStyle/>
          <a:p>
            <a:pPr marL="273050" indent="-273050">
              <a:lnSpc>
                <a:spcPct val="100000"/>
              </a:lnSpc>
              <a:spcBef>
                <a:spcPts val="600"/>
              </a:spcBef>
              <a:buSzPct val="76000"/>
              <a:buFont typeface="Wingdings 3" pitchFamily="18" charset="2"/>
              <a:buChar char=""/>
              <a:defRPr/>
            </a:pPr>
            <a:r>
              <a:rPr lang="en-US" sz="2600" dirty="0">
                <a:solidFill>
                  <a:schemeClr val="accent1">
                    <a:lumMod val="50000"/>
                  </a:schemeClr>
                </a:solidFill>
                <a:latin typeface="+mn-lt"/>
                <a:cs typeface="+mn-cs"/>
              </a:rPr>
              <a:t>Customers: </a:t>
            </a:r>
            <a:r>
              <a:rPr lang="en-US" sz="2600" dirty="0">
                <a:latin typeface="+mn-lt"/>
                <a:cs typeface="+mn-cs"/>
              </a:rPr>
              <a:t>travelers that arrive to the check-in desk</a:t>
            </a:r>
          </a:p>
          <a:p>
            <a:pPr marL="273050" indent="-273050">
              <a:lnSpc>
                <a:spcPct val="100000"/>
              </a:lnSpc>
              <a:spcBef>
                <a:spcPts val="600"/>
              </a:spcBef>
              <a:buSzPct val="76000"/>
              <a:buFont typeface="Wingdings 3" pitchFamily="18" charset="2"/>
              <a:buChar char=""/>
              <a:defRPr/>
            </a:pPr>
            <a:r>
              <a:rPr lang="en-US" sz="2600" dirty="0">
                <a:solidFill>
                  <a:schemeClr val="accent1">
                    <a:lumMod val="50000"/>
                  </a:schemeClr>
                </a:solidFill>
                <a:latin typeface="+mn-lt"/>
                <a:cs typeface="+mn-cs"/>
              </a:rPr>
              <a:t>Servers: </a:t>
            </a:r>
            <a:r>
              <a:rPr lang="en-US" sz="2600" dirty="0">
                <a:latin typeface="+mn-lt"/>
                <a:cs typeface="+mn-cs"/>
              </a:rPr>
              <a:t>represents the agent (officer) that makes the flight registration</a:t>
            </a:r>
          </a:p>
        </p:txBody>
      </p:sp>
      <p:sp>
        <p:nvSpPr>
          <p:cNvPr id="23" name="Content Placeholder 27"/>
          <p:cNvSpPr txBox="1">
            <a:spLocks/>
          </p:cNvSpPr>
          <p:nvPr/>
        </p:nvSpPr>
        <p:spPr bwMode="auto">
          <a:xfrm>
            <a:off x="500063" y="1357313"/>
            <a:ext cx="8501062" cy="428625"/>
          </a:xfrm>
          <a:prstGeom prst="rect">
            <a:avLst/>
          </a:prstGeom>
          <a:noFill/>
          <a:ln w="9525">
            <a:noFill/>
            <a:miter lim="800000"/>
            <a:headEnd/>
            <a:tailEnd/>
          </a:ln>
        </p:spPr>
        <p:txBody>
          <a:bodyPr/>
          <a:lstStyle/>
          <a:p>
            <a:pPr marL="273050" indent="-273050" algn="ctr">
              <a:lnSpc>
                <a:spcPct val="100000"/>
              </a:lnSpc>
              <a:spcBef>
                <a:spcPts val="600"/>
              </a:spcBef>
              <a:buSzPct val="76000"/>
              <a:buFont typeface="Wingdings" panose="05000000000000000000" pitchFamily="2" charset="2"/>
              <a:buNone/>
              <a:defRPr/>
            </a:pPr>
            <a:r>
              <a:rPr lang="en-US" sz="2600" b="1" dirty="0">
                <a:solidFill>
                  <a:schemeClr val="accent1">
                    <a:lumMod val="50000"/>
                  </a:schemeClr>
                </a:solidFill>
                <a:latin typeface="+mn-lt"/>
                <a:cs typeface="+mn-cs"/>
              </a:rPr>
              <a:t>What are the elements of the system?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152400"/>
            <a:ext cx="8472488" cy="990600"/>
          </a:xfrm>
        </p:spPr>
        <p:txBody>
          <a:bodyPr/>
          <a:lstStyle/>
          <a:p>
            <a:pPr eaLnBrk="1" hangingPunct="1"/>
            <a:r>
              <a:rPr lang="en-US" altLang="id-ID"/>
              <a:t>Step. 3. Develop Specification Model</a:t>
            </a:r>
          </a:p>
        </p:txBody>
      </p:sp>
      <p:sp>
        <p:nvSpPr>
          <p:cNvPr id="33795" name="Content Placeholder 27"/>
          <p:cNvSpPr>
            <a:spLocks noGrp="1"/>
          </p:cNvSpPr>
          <p:nvPr>
            <p:ph sz="quarter" idx="1"/>
          </p:nvPr>
        </p:nvSpPr>
        <p:spPr>
          <a:xfrm>
            <a:off x="457200" y="3786188"/>
            <a:ext cx="4043363" cy="2357437"/>
          </a:xfrm>
        </p:spPr>
        <p:txBody>
          <a:bodyPr/>
          <a:lstStyle/>
          <a:p>
            <a:pPr eaLnBrk="1" hangingPunct="1"/>
            <a:r>
              <a:rPr lang="en-US" altLang="id-ID" sz="2400"/>
              <a:t>One Queue: </a:t>
            </a:r>
          </a:p>
          <a:p>
            <a:pPr lvl="1" eaLnBrk="1" hangingPunct="1"/>
            <a:r>
              <a:rPr lang="en-US" altLang="id-ID" sz="1800"/>
              <a:t>Length= 60 Travelers</a:t>
            </a:r>
          </a:p>
          <a:p>
            <a:pPr eaLnBrk="1" hangingPunct="1"/>
            <a:r>
              <a:rPr lang="en-US" altLang="id-ID" sz="2000"/>
              <a:t>N=3 Agents</a:t>
            </a:r>
          </a:p>
          <a:p>
            <a:pPr lvl="1" eaLnBrk="1" hangingPunct="1"/>
            <a:r>
              <a:rPr lang="en-US" altLang="id-ID" sz="2000"/>
              <a:t>Service rate:  30 travelers/hour</a:t>
            </a:r>
          </a:p>
          <a:p>
            <a:pPr eaLnBrk="1" hangingPunct="1"/>
            <a:r>
              <a:rPr lang="en-US" altLang="id-ID" sz="2000"/>
              <a:t>Travelers arrive with a rate </a:t>
            </a:r>
            <a:br>
              <a:rPr lang="en-US" altLang="id-ID" sz="2000"/>
            </a:br>
            <a:r>
              <a:rPr lang="en-US" altLang="id-ID" sz="2000">
                <a:latin typeface="Arial" panose="020B0604020202020204" pitchFamily="34" charset="0"/>
                <a:cs typeface="Arial" panose="020B0604020202020204" pitchFamily="34" charset="0"/>
              </a:rPr>
              <a:t>1</a:t>
            </a:r>
            <a:r>
              <a:rPr lang="en-US" altLang="id-ID" sz="2000"/>
              <a:t> travelers/minute</a:t>
            </a:r>
          </a:p>
        </p:txBody>
      </p:sp>
      <p:pic>
        <p:nvPicPr>
          <p:cNvPr id="33796" name="Picture 2" descr="D:\جامعة الإمام محمد بن سعود الإسلامية\FALL 2009\التدريس\CS433-FALL2009\الاختبارات\الاختبارات خريف 2009\mm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2071688"/>
            <a:ext cx="4198938" cy="14398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3797" name="Picture 3" descr="D:\جامعة الإمام محمد بن سعود الإسلامية\FALL 2009\التدريس\CS433-FALL2009\الاختبارات\الاختبارات خريف 2009\mm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2071688"/>
            <a:ext cx="3781425" cy="14398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2214563" y="3549650"/>
            <a:ext cx="865187" cy="288925"/>
          </a:xfrm>
          <a:prstGeom prst="rect">
            <a:avLst/>
          </a:prstGeom>
          <a:noFill/>
        </p:spPr>
        <p:txBody>
          <a:bodyPr wrap="none">
            <a:spAutoFit/>
          </a:bodyPr>
          <a:lstStyle/>
          <a:p>
            <a:pPr>
              <a:buFont typeface="Wingdings" panose="05000000000000000000" pitchFamily="2" charset="2"/>
              <a:buNone/>
              <a:defRPr/>
            </a:pPr>
            <a:r>
              <a:rPr lang="fr-FR" dirty="0">
                <a:latin typeface="+mn-lt"/>
              </a:rPr>
              <a:t>Model 1</a:t>
            </a:r>
            <a:endParaRPr lang="en-US" dirty="0">
              <a:latin typeface="+mn-lt"/>
            </a:endParaRPr>
          </a:p>
        </p:txBody>
      </p:sp>
      <p:sp>
        <p:nvSpPr>
          <p:cNvPr id="21" name="TextBox 20"/>
          <p:cNvSpPr txBox="1"/>
          <p:nvPr/>
        </p:nvSpPr>
        <p:spPr>
          <a:xfrm>
            <a:off x="6215063" y="3549650"/>
            <a:ext cx="865187" cy="288925"/>
          </a:xfrm>
          <a:prstGeom prst="rect">
            <a:avLst/>
          </a:prstGeom>
          <a:noFill/>
        </p:spPr>
        <p:txBody>
          <a:bodyPr wrap="none">
            <a:spAutoFit/>
          </a:bodyPr>
          <a:lstStyle/>
          <a:p>
            <a:pPr>
              <a:buFont typeface="Wingdings" panose="05000000000000000000" pitchFamily="2" charset="2"/>
              <a:buNone/>
              <a:defRPr/>
            </a:pPr>
            <a:r>
              <a:rPr lang="fr-FR" dirty="0">
                <a:latin typeface="+mn-lt"/>
              </a:rPr>
              <a:t>Model 2</a:t>
            </a:r>
            <a:endParaRPr lang="en-US" dirty="0">
              <a:latin typeface="+mn-lt"/>
            </a:endParaRPr>
          </a:p>
        </p:txBody>
      </p:sp>
      <p:sp>
        <p:nvSpPr>
          <p:cNvPr id="23" name="Content Placeholder 27"/>
          <p:cNvSpPr txBox="1">
            <a:spLocks/>
          </p:cNvSpPr>
          <p:nvPr/>
        </p:nvSpPr>
        <p:spPr bwMode="auto">
          <a:xfrm>
            <a:off x="357188" y="1357313"/>
            <a:ext cx="8501062" cy="428625"/>
          </a:xfrm>
          <a:prstGeom prst="rect">
            <a:avLst/>
          </a:prstGeom>
          <a:noFill/>
          <a:ln w="9525">
            <a:noFill/>
            <a:miter lim="800000"/>
            <a:headEnd/>
            <a:tailEnd/>
          </a:ln>
        </p:spPr>
        <p:txBody>
          <a:bodyPr/>
          <a:lstStyle/>
          <a:p>
            <a:pPr marL="273050" indent="-273050" algn="ctr">
              <a:lnSpc>
                <a:spcPct val="100000"/>
              </a:lnSpc>
              <a:spcBef>
                <a:spcPts val="600"/>
              </a:spcBef>
              <a:buSzPct val="76000"/>
              <a:buFont typeface="Wingdings" panose="05000000000000000000" pitchFamily="2" charset="2"/>
              <a:buNone/>
              <a:defRPr/>
            </a:pPr>
            <a:r>
              <a:rPr lang="en-US" sz="2000" b="1" dirty="0">
                <a:solidFill>
                  <a:schemeClr val="accent1">
                    <a:lumMod val="50000"/>
                  </a:schemeClr>
                </a:solidFill>
                <a:latin typeface="+mn-lt"/>
                <a:cs typeface="+mn-cs"/>
              </a:rPr>
              <a:t>What are </a:t>
            </a:r>
            <a:r>
              <a:rPr lang="en-US" sz="2000" b="1" dirty="0">
                <a:solidFill>
                  <a:schemeClr val="tx2">
                    <a:lumMod val="60000"/>
                    <a:lumOff val="40000"/>
                  </a:schemeClr>
                </a:solidFill>
                <a:latin typeface="+mn-lt"/>
                <a:cs typeface="+mn-cs"/>
              </a:rPr>
              <a:t>the characteristics </a:t>
            </a:r>
            <a:r>
              <a:rPr lang="en-US" sz="2000" b="1" dirty="0">
                <a:solidFill>
                  <a:schemeClr val="accent1">
                    <a:lumMod val="50000"/>
                  </a:schemeClr>
                </a:solidFill>
                <a:latin typeface="+mn-lt"/>
                <a:cs typeface="+mn-cs"/>
              </a:rPr>
              <a:t>of the elements of the system?</a:t>
            </a:r>
          </a:p>
        </p:txBody>
      </p:sp>
      <p:sp>
        <p:nvSpPr>
          <p:cNvPr id="26" name="Content Placeholder 27"/>
          <p:cNvSpPr txBox="1">
            <a:spLocks/>
          </p:cNvSpPr>
          <p:nvPr/>
        </p:nvSpPr>
        <p:spPr bwMode="auto">
          <a:xfrm>
            <a:off x="4457700" y="3786188"/>
            <a:ext cx="4543425" cy="2500312"/>
          </a:xfrm>
          <a:prstGeom prst="rect">
            <a:avLst/>
          </a:prstGeom>
          <a:noFill/>
          <a:ln w="9525">
            <a:noFill/>
            <a:miter lim="800000"/>
            <a:headEnd/>
            <a:tailEnd/>
          </a:ln>
        </p:spPr>
        <p:txBody>
          <a:bodyPr/>
          <a:lstStyle/>
          <a:p>
            <a:pPr marL="273050" indent="-273050">
              <a:lnSpc>
                <a:spcPct val="100000"/>
              </a:lnSpc>
              <a:spcBef>
                <a:spcPts val="600"/>
              </a:spcBef>
              <a:buSzPct val="76000"/>
              <a:buFont typeface="Wingdings 3" pitchFamily="18" charset="2"/>
              <a:buChar char=""/>
              <a:defRPr/>
            </a:pPr>
            <a:r>
              <a:rPr lang="en-US" sz="2000" dirty="0">
                <a:latin typeface="+mn-lt"/>
                <a:cs typeface="+mn-cs"/>
              </a:rPr>
              <a:t>Three Queue: </a:t>
            </a:r>
          </a:p>
          <a:p>
            <a:pPr marL="547688" lvl="1" indent="-273050">
              <a:lnSpc>
                <a:spcPct val="100000"/>
              </a:lnSpc>
              <a:spcBef>
                <a:spcPts val="500"/>
              </a:spcBef>
              <a:buClr>
                <a:schemeClr val="accent2"/>
              </a:buClr>
              <a:buSzPct val="76000"/>
              <a:buFont typeface="Wingdings 3" pitchFamily="18" charset="2"/>
              <a:buChar char=""/>
              <a:defRPr/>
            </a:pPr>
            <a:r>
              <a:rPr lang="en-US" dirty="0">
                <a:solidFill>
                  <a:schemeClr val="tx2"/>
                </a:solidFill>
                <a:latin typeface="+mn-lt"/>
                <a:cs typeface="+mn-cs"/>
              </a:rPr>
              <a:t>Length= 20 Travelers/Queue</a:t>
            </a:r>
          </a:p>
          <a:p>
            <a:pPr marL="273050" indent="-273050">
              <a:lnSpc>
                <a:spcPct val="100000"/>
              </a:lnSpc>
              <a:spcBef>
                <a:spcPts val="600"/>
              </a:spcBef>
              <a:buSzPct val="76000"/>
              <a:buFont typeface="Wingdings 3" pitchFamily="18" charset="2"/>
              <a:buChar char=""/>
              <a:defRPr/>
            </a:pPr>
            <a:r>
              <a:rPr lang="en-US" sz="1800" dirty="0">
                <a:latin typeface="+mn-lt"/>
                <a:cs typeface="+mn-cs"/>
              </a:rPr>
              <a:t>N=3 Agents</a:t>
            </a:r>
          </a:p>
          <a:p>
            <a:pPr marL="547688" lvl="1" indent="-273050">
              <a:lnSpc>
                <a:spcPct val="100000"/>
              </a:lnSpc>
              <a:spcBef>
                <a:spcPts val="500"/>
              </a:spcBef>
              <a:buClr>
                <a:schemeClr val="accent2"/>
              </a:buClr>
              <a:buSzPct val="76000"/>
              <a:buFont typeface="Wingdings 3" pitchFamily="18" charset="2"/>
              <a:buChar char=""/>
              <a:defRPr/>
            </a:pPr>
            <a:r>
              <a:rPr lang="en-US" sz="1800" dirty="0">
                <a:solidFill>
                  <a:schemeClr val="tx2"/>
                </a:solidFill>
                <a:latin typeface="+mn-lt"/>
                <a:cs typeface="+mn-cs"/>
              </a:rPr>
              <a:t>Service rate:  30 travelers/hour</a:t>
            </a:r>
          </a:p>
          <a:p>
            <a:pPr marL="90488" indent="-273050">
              <a:lnSpc>
                <a:spcPct val="100000"/>
              </a:lnSpc>
              <a:spcBef>
                <a:spcPts val="500"/>
              </a:spcBef>
              <a:buClr>
                <a:schemeClr val="accent2"/>
              </a:buClr>
              <a:buSzPct val="76000"/>
              <a:buFont typeface="Wingdings 3" pitchFamily="18" charset="2"/>
              <a:buChar char=""/>
              <a:defRPr/>
            </a:pPr>
            <a:r>
              <a:rPr lang="en-US" sz="1800" dirty="0">
                <a:latin typeface="+mn-lt"/>
                <a:cs typeface="+mn-cs"/>
              </a:rPr>
              <a:t>Travelers arrive with a rate </a:t>
            </a:r>
            <a:r>
              <a:rPr lang="en-US" sz="1800" dirty="0"/>
              <a:t>1</a:t>
            </a:r>
            <a:r>
              <a:rPr lang="en-US" sz="1800" dirty="0">
                <a:latin typeface="+mn-lt"/>
                <a:cs typeface="+mn-cs"/>
              </a:rPr>
              <a:t> </a:t>
            </a:r>
            <a:r>
              <a:rPr lang="en-US" dirty="0">
                <a:latin typeface="+mn-lt"/>
                <a:cs typeface="+mn-cs"/>
              </a:rPr>
              <a:t>travelers/minute</a:t>
            </a:r>
            <a:endParaRPr lang="en-US" sz="1800" dirty="0">
              <a:latin typeface="+mn-lt"/>
              <a:cs typeface="+mn-cs"/>
            </a:endParaRPr>
          </a:p>
          <a:p>
            <a:pPr marL="90488" indent="-273050">
              <a:lnSpc>
                <a:spcPct val="100000"/>
              </a:lnSpc>
              <a:spcBef>
                <a:spcPts val="500"/>
              </a:spcBef>
              <a:buClr>
                <a:schemeClr val="accent2"/>
              </a:buClr>
              <a:buSzPct val="76000"/>
              <a:buFont typeface="Wingdings 3" pitchFamily="18" charset="2"/>
              <a:buChar char=""/>
              <a:defRPr/>
            </a:pPr>
            <a:r>
              <a:rPr lang="en-US" sz="1800" dirty="0">
                <a:latin typeface="+mn-lt"/>
                <a:cs typeface="+mn-cs"/>
              </a:rPr>
              <a:t>Travelers choose a queue with a probability of 1/3.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a:xfrm>
            <a:off x="457200" y="152400"/>
            <a:ext cx="8472488" cy="990600"/>
          </a:xfrm>
        </p:spPr>
        <p:txBody>
          <a:bodyPr/>
          <a:lstStyle/>
          <a:p>
            <a:pPr eaLnBrk="1" hangingPunct="1"/>
            <a:r>
              <a:rPr lang="en-US" altLang="id-ID"/>
              <a:t>Step. 4. Develop Computation Model</a:t>
            </a:r>
          </a:p>
        </p:txBody>
      </p:sp>
      <p:grpSp>
        <p:nvGrpSpPr>
          <p:cNvPr id="2053" name="Group 24"/>
          <p:cNvGrpSpPr>
            <a:grpSpLocks/>
          </p:cNvGrpSpPr>
          <p:nvPr/>
        </p:nvGrpSpPr>
        <p:grpSpPr bwMode="auto">
          <a:xfrm>
            <a:off x="500063" y="2071688"/>
            <a:ext cx="8128000" cy="1766887"/>
            <a:chOff x="500034" y="1785926"/>
            <a:chExt cx="8127771" cy="1766900"/>
          </a:xfrm>
        </p:grpSpPr>
        <p:grpSp>
          <p:nvGrpSpPr>
            <p:cNvPr id="2059" name="Group 23"/>
            <p:cNvGrpSpPr>
              <a:grpSpLocks/>
            </p:cNvGrpSpPr>
            <p:nvPr/>
          </p:nvGrpSpPr>
          <p:grpSpPr bwMode="auto">
            <a:xfrm>
              <a:off x="500034" y="1785926"/>
              <a:ext cx="8127771" cy="1440000"/>
              <a:chOff x="500034" y="1785926"/>
              <a:chExt cx="8127771" cy="1440000"/>
            </a:xfrm>
          </p:grpSpPr>
          <p:pic>
            <p:nvPicPr>
              <p:cNvPr id="2062" name="Picture 2" descr="D:\جامعة الإمام محمد بن سعود الإسلامية\FALL 2009\التدريس\CS433-FALL2009\الاختبارات\الاختبارات خريف 2009\mm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1785926"/>
                <a:ext cx="4198680"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063" name="Picture 3" descr="D:\جامعة الإمام محمد بن سعود الإسلامية\FALL 2009\التدريس\CS433-FALL2009\الاختبارات\الاختبارات خريف 2009\mm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34" y="1785926"/>
                <a:ext cx="3782016"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2064" name="Group 8"/>
              <p:cNvGrpSpPr>
                <a:grpSpLocks/>
              </p:cNvGrpSpPr>
              <p:nvPr/>
            </p:nvGrpSpPr>
            <p:grpSpPr bwMode="auto">
              <a:xfrm>
                <a:off x="519057" y="1819749"/>
                <a:ext cx="3748143" cy="1387021"/>
                <a:chOff x="376179" y="2938459"/>
                <a:chExt cx="3748143" cy="1387021"/>
              </a:xfrm>
            </p:grpSpPr>
            <p:sp>
              <p:nvSpPr>
                <p:cNvPr id="6" name="Rectangle 5"/>
                <p:cNvSpPr/>
                <p:nvPr/>
              </p:nvSpPr>
              <p:spPr>
                <a:xfrm>
                  <a:off x="376205" y="3465027"/>
                  <a:ext cx="1223927" cy="1444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881209" y="2937973"/>
                  <a:ext cx="1223927" cy="2143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2900259" y="4180996"/>
                  <a:ext cx="1223927" cy="1444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0" name="Rectangle 9"/>
              <p:cNvSpPr/>
              <p:nvPr/>
            </p:nvSpPr>
            <p:spPr>
              <a:xfrm>
                <a:off x="4452798" y="2362192"/>
                <a:ext cx="1115981" cy="2143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7543573" y="1828788"/>
                <a:ext cx="1071533"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529286" y="2319330"/>
                <a:ext cx="1071532"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534048" y="2809871"/>
                <a:ext cx="1071533"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5195727" y="1938327"/>
                <a:ext cx="1071532"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p:cNvSpPr/>
              <p:nvPr/>
            </p:nvSpPr>
            <p:spPr>
              <a:xfrm>
                <a:off x="5700537" y="2381243"/>
                <a:ext cx="576246" cy="1809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p:cNvSpPr/>
              <p:nvPr/>
            </p:nvSpPr>
            <p:spPr>
              <a:xfrm>
                <a:off x="5719587" y="2854321"/>
                <a:ext cx="576246" cy="1793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0" name="TextBox 19"/>
            <p:cNvSpPr txBox="1"/>
            <p:nvPr/>
          </p:nvSpPr>
          <p:spPr>
            <a:xfrm>
              <a:off x="2214486" y="3263899"/>
              <a:ext cx="866751" cy="288927"/>
            </a:xfrm>
            <a:prstGeom prst="rect">
              <a:avLst/>
            </a:prstGeom>
            <a:noFill/>
          </p:spPr>
          <p:txBody>
            <a:bodyPr wrap="none">
              <a:spAutoFit/>
            </a:bodyPr>
            <a:lstStyle/>
            <a:p>
              <a:pPr>
                <a:buFont typeface="Wingdings" panose="05000000000000000000" pitchFamily="2" charset="2"/>
                <a:buNone/>
                <a:defRPr/>
              </a:pPr>
              <a:r>
                <a:rPr lang="fr-FR" dirty="0">
                  <a:latin typeface="+mn-lt"/>
                </a:rPr>
                <a:t>Model 1</a:t>
              </a:r>
              <a:endParaRPr lang="en-US" dirty="0">
                <a:latin typeface="+mn-lt"/>
              </a:endParaRPr>
            </a:p>
          </p:txBody>
        </p:sp>
        <p:sp>
          <p:nvSpPr>
            <p:cNvPr id="21" name="TextBox 20"/>
            <p:cNvSpPr txBox="1"/>
            <p:nvPr/>
          </p:nvSpPr>
          <p:spPr>
            <a:xfrm>
              <a:off x="6214873" y="3263899"/>
              <a:ext cx="866751" cy="288927"/>
            </a:xfrm>
            <a:prstGeom prst="rect">
              <a:avLst/>
            </a:prstGeom>
            <a:noFill/>
          </p:spPr>
          <p:txBody>
            <a:bodyPr wrap="none">
              <a:spAutoFit/>
            </a:bodyPr>
            <a:lstStyle/>
            <a:p>
              <a:pPr>
                <a:buFont typeface="Wingdings" panose="05000000000000000000" pitchFamily="2" charset="2"/>
                <a:buNone/>
                <a:defRPr/>
              </a:pPr>
              <a:r>
                <a:rPr lang="fr-FR" dirty="0">
                  <a:latin typeface="+mn-lt"/>
                </a:rPr>
                <a:t>Model 2</a:t>
              </a:r>
              <a:endParaRPr lang="en-US" dirty="0">
                <a:latin typeface="+mn-lt"/>
              </a:endParaRPr>
            </a:p>
          </p:txBody>
        </p:sp>
      </p:grpSp>
      <p:sp>
        <p:nvSpPr>
          <p:cNvPr id="23" name="Content Placeholder 27"/>
          <p:cNvSpPr txBox="1">
            <a:spLocks/>
          </p:cNvSpPr>
          <p:nvPr/>
        </p:nvSpPr>
        <p:spPr bwMode="auto">
          <a:xfrm>
            <a:off x="500063" y="1357313"/>
            <a:ext cx="8501062" cy="428625"/>
          </a:xfrm>
          <a:prstGeom prst="rect">
            <a:avLst/>
          </a:prstGeom>
          <a:noFill/>
          <a:ln w="9525">
            <a:noFill/>
            <a:miter lim="800000"/>
            <a:headEnd/>
            <a:tailEnd/>
          </a:ln>
        </p:spPr>
        <p:txBody>
          <a:bodyPr/>
          <a:lstStyle/>
          <a:p>
            <a:pPr marL="273050" indent="-273050" algn="ctr">
              <a:lnSpc>
                <a:spcPct val="100000"/>
              </a:lnSpc>
              <a:spcBef>
                <a:spcPts val="600"/>
              </a:spcBef>
              <a:buSzPct val="76000"/>
              <a:buFont typeface="Wingdings" panose="05000000000000000000" pitchFamily="2" charset="2"/>
              <a:buNone/>
              <a:defRPr/>
            </a:pPr>
            <a:r>
              <a:rPr lang="en-US" sz="2600" b="1" dirty="0">
                <a:solidFill>
                  <a:schemeClr val="accent1">
                    <a:lumMod val="50000"/>
                  </a:schemeClr>
                </a:solidFill>
                <a:latin typeface="+mn-lt"/>
                <a:cs typeface="+mn-cs"/>
              </a:rPr>
              <a:t>Analytical Model: </a:t>
            </a:r>
            <a:r>
              <a:rPr lang="en-US" sz="2600" b="1" dirty="0" err="1">
                <a:solidFill>
                  <a:schemeClr val="accent1">
                    <a:lumMod val="50000"/>
                  </a:schemeClr>
                </a:solidFill>
                <a:latin typeface="+mn-lt"/>
                <a:cs typeface="+mn-cs"/>
              </a:rPr>
              <a:t>Queueing</a:t>
            </a:r>
            <a:r>
              <a:rPr lang="en-US" sz="2600" b="1" dirty="0">
                <a:solidFill>
                  <a:schemeClr val="accent1">
                    <a:lumMod val="50000"/>
                  </a:schemeClr>
                </a:solidFill>
                <a:latin typeface="+mn-lt"/>
                <a:cs typeface="+mn-cs"/>
              </a:rPr>
              <a:t> Theory</a:t>
            </a:r>
          </a:p>
        </p:txBody>
      </p:sp>
      <p:sp>
        <p:nvSpPr>
          <p:cNvPr id="205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sp>
        <p:nvSpPr>
          <p:cNvPr id="205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graphicFrame>
        <p:nvGraphicFramePr>
          <p:cNvPr id="2050" name="Object 3"/>
          <p:cNvGraphicFramePr>
            <a:graphicFrameLocks noChangeAspect="1"/>
          </p:cNvGraphicFramePr>
          <p:nvPr/>
        </p:nvGraphicFramePr>
        <p:xfrm>
          <a:off x="4449763" y="3929063"/>
          <a:ext cx="4265612" cy="785812"/>
        </p:xfrm>
        <a:graphic>
          <a:graphicData uri="http://schemas.openxmlformats.org/presentationml/2006/ole">
            <mc:AlternateContent xmlns:mc="http://schemas.openxmlformats.org/markup-compatibility/2006">
              <mc:Choice xmlns:v="urn:schemas-microsoft-com:vml" Requires="v">
                <p:oleObj name="Equation" r:id="rId4" imgW="2082600" imgH="393480" progId="Equation.DSMT4">
                  <p:embed/>
                </p:oleObj>
              </mc:Choice>
              <mc:Fallback>
                <p:oleObj name="Equation" r:id="rId4" imgW="2082600" imgH="39348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9763" y="3929063"/>
                        <a:ext cx="4265612"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graphicFrame>
        <p:nvGraphicFramePr>
          <p:cNvPr id="2051" name="Object 5"/>
          <p:cNvGraphicFramePr>
            <a:graphicFrameLocks noChangeAspect="1"/>
          </p:cNvGraphicFramePr>
          <p:nvPr/>
        </p:nvGraphicFramePr>
        <p:xfrm>
          <a:off x="290513" y="4619625"/>
          <a:ext cx="7237412" cy="938213"/>
        </p:xfrm>
        <a:graphic>
          <a:graphicData uri="http://schemas.openxmlformats.org/presentationml/2006/ole">
            <mc:AlternateContent xmlns:mc="http://schemas.openxmlformats.org/markup-compatibility/2006">
              <mc:Choice xmlns:v="urn:schemas-microsoft-com:vml" Requires="v">
                <p:oleObj name="Equation" r:id="rId6" imgW="3593880" imgH="469800" progId="Equation.DSMT4">
                  <p:embed/>
                </p:oleObj>
              </mc:Choice>
              <mc:Fallback>
                <p:oleObj name="Equation" r:id="rId6" imgW="3593880" imgH="4698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0513" y="4619625"/>
                        <a:ext cx="7237412" cy="93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Content Placeholder 27"/>
          <p:cNvSpPr txBox="1">
            <a:spLocks/>
          </p:cNvSpPr>
          <p:nvPr/>
        </p:nvSpPr>
        <p:spPr bwMode="auto">
          <a:xfrm>
            <a:off x="428625" y="5572125"/>
            <a:ext cx="8501063" cy="714375"/>
          </a:xfrm>
          <a:prstGeom prst="rect">
            <a:avLst/>
          </a:prstGeom>
          <a:solidFill>
            <a:schemeClr val="bg1">
              <a:lumMod val="85000"/>
            </a:schemeClr>
          </a:solidFill>
          <a:ln w="9525">
            <a:noFill/>
            <a:miter lim="800000"/>
            <a:headEnd/>
            <a:tailEnd/>
          </a:ln>
        </p:spPr>
        <p:txBody>
          <a:bodyPr/>
          <a:lstStyle/>
          <a:p>
            <a:pPr marL="273050" indent="-273050" algn="ctr">
              <a:lnSpc>
                <a:spcPct val="100000"/>
              </a:lnSpc>
              <a:spcBef>
                <a:spcPts val="600"/>
              </a:spcBef>
              <a:buSzPct val="76000"/>
              <a:buFont typeface="Wingdings" panose="05000000000000000000" pitchFamily="2" charset="2"/>
              <a:buNone/>
              <a:defRPr/>
            </a:pPr>
            <a:r>
              <a:rPr lang="en-US" sz="2600" dirty="0">
                <a:solidFill>
                  <a:schemeClr val="tx1">
                    <a:lumMod val="85000"/>
                    <a:lumOff val="15000"/>
                  </a:schemeClr>
                </a:solidFill>
                <a:latin typeface="+mn-lt"/>
                <a:cs typeface="+mn-cs"/>
              </a:rPr>
              <a:t>Model 1 is better than Model 2 because it has lower delay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457200" y="152400"/>
            <a:ext cx="8472488" cy="990600"/>
          </a:xfrm>
        </p:spPr>
        <p:txBody>
          <a:bodyPr/>
          <a:lstStyle/>
          <a:p>
            <a:pPr eaLnBrk="1" hangingPunct="1"/>
            <a:r>
              <a:rPr lang="en-US" altLang="id-ID"/>
              <a:t>Step. 4. Develop Computation Model</a:t>
            </a:r>
          </a:p>
        </p:txBody>
      </p:sp>
      <p:grpSp>
        <p:nvGrpSpPr>
          <p:cNvPr id="3077" name="Group 24"/>
          <p:cNvGrpSpPr>
            <a:grpSpLocks/>
          </p:cNvGrpSpPr>
          <p:nvPr/>
        </p:nvGrpSpPr>
        <p:grpSpPr bwMode="auto">
          <a:xfrm>
            <a:off x="500063" y="3071813"/>
            <a:ext cx="8128000" cy="1766887"/>
            <a:chOff x="500034" y="1785926"/>
            <a:chExt cx="8127771" cy="1766900"/>
          </a:xfrm>
        </p:grpSpPr>
        <p:grpSp>
          <p:nvGrpSpPr>
            <p:cNvPr id="3084" name="Group 23"/>
            <p:cNvGrpSpPr>
              <a:grpSpLocks/>
            </p:cNvGrpSpPr>
            <p:nvPr/>
          </p:nvGrpSpPr>
          <p:grpSpPr bwMode="auto">
            <a:xfrm>
              <a:off x="500034" y="1785926"/>
              <a:ext cx="8127771" cy="1440000"/>
              <a:chOff x="500034" y="1785926"/>
              <a:chExt cx="8127771" cy="1440000"/>
            </a:xfrm>
          </p:grpSpPr>
          <p:pic>
            <p:nvPicPr>
              <p:cNvPr id="3087" name="Picture 2" descr="D:\جامعة الإمام محمد بن سعود الإسلامية\FALL 2009\التدريس\CS433-FALL2009\الاختبارات\الاختبارات خريف 2009\mm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1785926"/>
                <a:ext cx="4198680"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3088" name="Picture 3" descr="D:\جامعة الإمام محمد بن سعود الإسلامية\FALL 2009\التدريس\CS433-FALL2009\الاختبارات\الاختبارات خريف 2009\mm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34" y="1785926"/>
                <a:ext cx="3782016" cy="144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3089" name="Group 8"/>
              <p:cNvGrpSpPr>
                <a:grpSpLocks/>
              </p:cNvGrpSpPr>
              <p:nvPr/>
            </p:nvGrpSpPr>
            <p:grpSpPr bwMode="auto">
              <a:xfrm>
                <a:off x="519057" y="1819749"/>
                <a:ext cx="3748143" cy="1387021"/>
                <a:chOff x="376179" y="2938459"/>
                <a:chExt cx="3748143" cy="1387021"/>
              </a:xfrm>
            </p:grpSpPr>
            <p:sp>
              <p:nvSpPr>
                <p:cNvPr id="6" name="Rectangle 5"/>
                <p:cNvSpPr/>
                <p:nvPr/>
              </p:nvSpPr>
              <p:spPr>
                <a:xfrm>
                  <a:off x="376205" y="3465027"/>
                  <a:ext cx="1223927" cy="1444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881209" y="2937973"/>
                  <a:ext cx="1223927" cy="2143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2900259" y="4180996"/>
                  <a:ext cx="1223927" cy="1444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0" name="Rectangle 9"/>
              <p:cNvSpPr/>
              <p:nvPr/>
            </p:nvSpPr>
            <p:spPr>
              <a:xfrm>
                <a:off x="4452798" y="2362192"/>
                <a:ext cx="1115981" cy="2143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7543573" y="1828788"/>
                <a:ext cx="1071533"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7529286" y="2319330"/>
                <a:ext cx="1071532"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534048" y="2809871"/>
                <a:ext cx="1071533"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5195727" y="1938327"/>
                <a:ext cx="1071532" cy="142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p:cNvSpPr/>
              <p:nvPr/>
            </p:nvSpPr>
            <p:spPr>
              <a:xfrm>
                <a:off x="5700537" y="2381243"/>
                <a:ext cx="576246" cy="1809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p:cNvSpPr/>
              <p:nvPr/>
            </p:nvSpPr>
            <p:spPr>
              <a:xfrm>
                <a:off x="5719587" y="2854321"/>
                <a:ext cx="576246" cy="1793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0" name="TextBox 19"/>
            <p:cNvSpPr txBox="1"/>
            <p:nvPr/>
          </p:nvSpPr>
          <p:spPr>
            <a:xfrm>
              <a:off x="2214486" y="3263899"/>
              <a:ext cx="866751" cy="288927"/>
            </a:xfrm>
            <a:prstGeom prst="rect">
              <a:avLst/>
            </a:prstGeom>
            <a:noFill/>
          </p:spPr>
          <p:txBody>
            <a:bodyPr wrap="none">
              <a:spAutoFit/>
            </a:bodyPr>
            <a:lstStyle/>
            <a:p>
              <a:pPr>
                <a:buFont typeface="Wingdings" panose="05000000000000000000" pitchFamily="2" charset="2"/>
                <a:buNone/>
                <a:defRPr/>
              </a:pPr>
              <a:r>
                <a:rPr lang="fr-FR" dirty="0">
                  <a:latin typeface="+mn-lt"/>
                </a:rPr>
                <a:t>Model 1</a:t>
              </a:r>
              <a:endParaRPr lang="en-US" dirty="0">
                <a:latin typeface="+mn-lt"/>
              </a:endParaRPr>
            </a:p>
          </p:txBody>
        </p:sp>
        <p:sp>
          <p:nvSpPr>
            <p:cNvPr id="21" name="TextBox 20"/>
            <p:cNvSpPr txBox="1"/>
            <p:nvPr/>
          </p:nvSpPr>
          <p:spPr>
            <a:xfrm>
              <a:off x="6214873" y="3263899"/>
              <a:ext cx="866751" cy="288927"/>
            </a:xfrm>
            <a:prstGeom prst="rect">
              <a:avLst/>
            </a:prstGeom>
            <a:noFill/>
          </p:spPr>
          <p:txBody>
            <a:bodyPr wrap="none">
              <a:spAutoFit/>
            </a:bodyPr>
            <a:lstStyle/>
            <a:p>
              <a:pPr>
                <a:buFont typeface="Wingdings" panose="05000000000000000000" pitchFamily="2" charset="2"/>
                <a:buNone/>
                <a:defRPr/>
              </a:pPr>
              <a:r>
                <a:rPr lang="fr-FR" dirty="0">
                  <a:latin typeface="+mn-lt"/>
                </a:rPr>
                <a:t>Model 2</a:t>
              </a:r>
              <a:endParaRPr lang="en-US" dirty="0">
                <a:latin typeface="+mn-lt"/>
              </a:endParaRPr>
            </a:p>
          </p:txBody>
        </p:sp>
      </p:grpSp>
      <p:sp>
        <p:nvSpPr>
          <p:cNvPr id="23" name="Content Placeholder 27"/>
          <p:cNvSpPr txBox="1">
            <a:spLocks/>
          </p:cNvSpPr>
          <p:nvPr/>
        </p:nvSpPr>
        <p:spPr bwMode="auto">
          <a:xfrm>
            <a:off x="500063" y="1357313"/>
            <a:ext cx="8501062" cy="428625"/>
          </a:xfrm>
          <a:prstGeom prst="rect">
            <a:avLst/>
          </a:prstGeom>
          <a:noFill/>
          <a:ln w="9525">
            <a:noFill/>
            <a:miter lim="800000"/>
            <a:headEnd/>
            <a:tailEnd/>
          </a:ln>
        </p:spPr>
        <p:txBody>
          <a:bodyPr/>
          <a:lstStyle/>
          <a:p>
            <a:pPr marL="273050" indent="-273050">
              <a:lnSpc>
                <a:spcPct val="100000"/>
              </a:lnSpc>
              <a:spcBef>
                <a:spcPts val="600"/>
              </a:spcBef>
              <a:buSzPct val="76000"/>
              <a:buFont typeface="Wingdings" panose="05000000000000000000" pitchFamily="2" charset="2"/>
              <a:buNone/>
              <a:defRPr/>
            </a:pPr>
            <a:r>
              <a:rPr lang="en-US" sz="2600" b="1" dirty="0">
                <a:solidFill>
                  <a:schemeClr val="accent1">
                    <a:lumMod val="50000"/>
                  </a:schemeClr>
                </a:solidFill>
                <a:latin typeface="+mn-lt"/>
                <a:cs typeface="+mn-cs"/>
              </a:rPr>
              <a:t>Simulation Model: Arena</a:t>
            </a:r>
          </a:p>
        </p:txBody>
      </p:sp>
      <p:sp>
        <p:nvSpPr>
          <p:cNvPr id="307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sp>
        <p:nvSpPr>
          <p:cNvPr id="308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sp>
        <p:nvSpPr>
          <p:cNvPr id="308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sp>
        <p:nvSpPr>
          <p:cNvPr id="31" name="Content Placeholder 27"/>
          <p:cNvSpPr txBox="1">
            <a:spLocks/>
          </p:cNvSpPr>
          <p:nvPr/>
        </p:nvSpPr>
        <p:spPr bwMode="auto">
          <a:xfrm>
            <a:off x="428625" y="5572125"/>
            <a:ext cx="8501063" cy="714375"/>
          </a:xfrm>
          <a:prstGeom prst="rect">
            <a:avLst/>
          </a:prstGeom>
          <a:solidFill>
            <a:schemeClr val="bg1">
              <a:lumMod val="85000"/>
            </a:schemeClr>
          </a:solidFill>
          <a:ln w="9525">
            <a:noFill/>
            <a:miter lim="800000"/>
            <a:headEnd/>
            <a:tailEnd/>
          </a:ln>
        </p:spPr>
        <p:txBody>
          <a:bodyPr/>
          <a:lstStyle/>
          <a:p>
            <a:pPr marL="273050" indent="-273050" algn="ctr">
              <a:lnSpc>
                <a:spcPct val="100000"/>
              </a:lnSpc>
              <a:spcBef>
                <a:spcPts val="600"/>
              </a:spcBef>
              <a:buSzPct val="76000"/>
              <a:buFont typeface="Wingdings" panose="05000000000000000000" pitchFamily="2" charset="2"/>
              <a:buNone/>
              <a:defRPr/>
            </a:pPr>
            <a:r>
              <a:rPr lang="en-US" sz="2600" dirty="0">
                <a:solidFill>
                  <a:schemeClr val="tx1">
                    <a:lumMod val="85000"/>
                    <a:lumOff val="15000"/>
                  </a:schemeClr>
                </a:solidFill>
                <a:latin typeface="+mn-lt"/>
                <a:cs typeface="+mn-cs"/>
              </a:rPr>
              <a:t>Model 1 is better than Model 2 because it has lower delay</a:t>
            </a:r>
          </a:p>
        </p:txBody>
      </p:sp>
      <p:graphicFrame>
        <p:nvGraphicFramePr>
          <p:cNvPr id="3074" name="Object 3"/>
          <p:cNvGraphicFramePr>
            <a:graphicFrameLocks noChangeAspect="1"/>
          </p:cNvGraphicFramePr>
          <p:nvPr/>
        </p:nvGraphicFramePr>
        <p:xfrm>
          <a:off x="5041900" y="5105400"/>
          <a:ext cx="3459163" cy="431800"/>
        </p:xfrm>
        <a:graphic>
          <a:graphicData uri="http://schemas.openxmlformats.org/presentationml/2006/ole">
            <mc:AlternateContent xmlns:mc="http://schemas.openxmlformats.org/markup-compatibility/2006">
              <mc:Choice xmlns:v="urn:schemas-microsoft-com:vml" Requires="v">
                <p:oleObj name="Equation" r:id="rId4" imgW="1688760" imgH="215640" progId="Equation.DSMT4">
                  <p:embed/>
                </p:oleObj>
              </mc:Choice>
              <mc:Fallback>
                <p:oleObj name="Equation" r:id="rId4" imgW="1688760" imgH="21564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1900" y="5105400"/>
                        <a:ext cx="345916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5"/>
          <p:cNvGraphicFramePr>
            <a:graphicFrameLocks noChangeAspect="1"/>
          </p:cNvGraphicFramePr>
          <p:nvPr/>
        </p:nvGraphicFramePr>
        <p:xfrm>
          <a:off x="785813" y="5072063"/>
          <a:ext cx="3300412" cy="379412"/>
        </p:xfrm>
        <a:graphic>
          <a:graphicData uri="http://schemas.openxmlformats.org/presentationml/2006/ole">
            <mc:AlternateContent xmlns:mc="http://schemas.openxmlformats.org/markup-compatibility/2006">
              <mc:Choice xmlns:v="urn:schemas-microsoft-com:vml" Requires="v">
                <p:oleObj name="Equation" r:id="rId6" imgW="1638000" imgH="190440" progId="Equation.DSMT4">
                  <p:embed/>
                </p:oleObj>
              </mc:Choice>
              <mc:Fallback>
                <p:oleObj name="Equation" r:id="rId6" imgW="1638000" imgH="19044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813" y="5072063"/>
                        <a:ext cx="3300412"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083"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81513" y="1190625"/>
            <a:ext cx="4143375"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152400"/>
            <a:ext cx="8472488" cy="990600"/>
          </a:xfrm>
        </p:spPr>
        <p:txBody>
          <a:bodyPr/>
          <a:lstStyle/>
          <a:p>
            <a:pPr eaLnBrk="1" hangingPunct="1"/>
            <a:r>
              <a:rPr lang="en-US" altLang="id-ID"/>
              <a:t>Step. 4. Develop Computation Model</a:t>
            </a:r>
          </a:p>
        </p:txBody>
      </p:sp>
      <p:sp>
        <p:nvSpPr>
          <p:cNvPr id="23" name="Content Placeholder 27"/>
          <p:cNvSpPr txBox="1">
            <a:spLocks/>
          </p:cNvSpPr>
          <p:nvPr/>
        </p:nvSpPr>
        <p:spPr bwMode="auto">
          <a:xfrm>
            <a:off x="500063" y="1357313"/>
            <a:ext cx="8501062" cy="428625"/>
          </a:xfrm>
          <a:prstGeom prst="rect">
            <a:avLst/>
          </a:prstGeom>
          <a:noFill/>
          <a:ln w="9525">
            <a:noFill/>
            <a:miter lim="800000"/>
            <a:headEnd/>
            <a:tailEnd/>
          </a:ln>
        </p:spPr>
        <p:txBody>
          <a:bodyPr/>
          <a:lstStyle/>
          <a:p>
            <a:pPr marL="273050" indent="-273050" algn="ctr">
              <a:lnSpc>
                <a:spcPct val="100000"/>
              </a:lnSpc>
              <a:spcBef>
                <a:spcPts val="600"/>
              </a:spcBef>
              <a:buSzPct val="76000"/>
              <a:buFont typeface="Wingdings" panose="05000000000000000000" pitchFamily="2" charset="2"/>
              <a:buNone/>
              <a:defRPr/>
            </a:pPr>
            <a:r>
              <a:rPr lang="en-US" sz="2600" b="1" dirty="0">
                <a:solidFill>
                  <a:schemeClr val="accent1">
                    <a:lumMod val="50000"/>
                  </a:schemeClr>
                </a:solidFill>
                <a:latin typeface="+mn-lt"/>
                <a:cs typeface="+mn-cs"/>
              </a:rPr>
              <a:t>Simulation Model: Arena</a:t>
            </a:r>
          </a:p>
        </p:txBody>
      </p:sp>
      <p:sp>
        <p:nvSpPr>
          <p:cNvPr id="3482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sp>
        <p:nvSpPr>
          <p:cNvPr id="3482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sp>
        <p:nvSpPr>
          <p:cNvPr id="3482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lnSpc>
                <a:spcPct val="80000"/>
              </a:lnSpc>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endParaRPr lang="id-ID" altLang="id-ID"/>
          </a:p>
        </p:txBody>
      </p:sp>
      <p:pic>
        <p:nvPicPr>
          <p:cNvPr id="3482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2000250"/>
            <a:ext cx="8931275" cy="392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Rectangle 1"/>
          <p:cNvSpPr/>
          <p:nvPr/>
        </p:nvSpPr>
        <p:spPr>
          <a:xfrm>
            <a:off x="2286000" y="3185857"/>
            <a:ext cx="4572000" cy="486287"/>
          </a:xfrm>
          <a:prstGeom prst="rect">
            <a:avLst/>
          </a:prstGeom>
        </p:spPr>
        <p:txBody>
          <a:bodyPr>
            <a:spAutoFit/>
          </a:bodyPr>
          <a:lstStyle/>
          <a:p>
            <a:r>
              <a:rPr lang="en-US" dirty="0">
                <a:hlinkClick r:id="rId3"/>
              </a:rPr>
              <a:t>6 Best Free Bioinformatics Software For Windows (listoffreeware.com)</a:t>
            </a:r>
            <a:endParaRPr lang="id-ID" dirty="0"/>
          </a:p>
        </p:txBody>
      </p:sp>
      <p:sp>
        <p:nvSpPr>
          <p:cNvPr id="3" name="Rectangle 2"/>
          <p:cNvSpPr/>
          <p:nvPr/>
        </p:nvSpPr>
        <p:spPr>
          <a:xfrm>
            <a:off x="2286000" y="3185857"/>
            <a:ext cx="4572000" cy="486287"/>
          </a:xfrm>
          <a:prstGeom prst="rect">
            <a:avLst/>
          </a:prstGeom>
        </p:spPr>
        <p:txBody>
          <a:bodyPr>
            <a:spAutoFit/>
          </a:bodyPr>
          <a:lstStyle/>
          <a:p>
            <a:r>
              <a:rPr lang="en-US" dirty="0">
                <a:hlinkClick r:id="rId3"/>
              </a:rPr>
              <a:t>6 Best Free Bioinformatics Software For Windows (listoffreeware.com)</a:t>
            </a:r>
            <a:endParaRPr lang="id-ID"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p:cNvSpPr>
            <a:spLocks noChangeArrowheads="1"/>
          </p:cNvSpPr>
          <p:nvPr/>
        </p:nvSpPr>
        <p:spPr bwMode="auto">
          <a:xfrm>
            <a:off x="1714500" y="5143500"/>
            <a:ext cx="5715000" cy="571500"/>
          </a:xfrm>
          <a:prstGeom prst="rect">
            <a:avLst/>
          </a:prstGeom>
          <a:noFill/>
          <a:ln w="9525">
            <a:noFill/>
            <a:miter lim="800000"/>
            <a:headEnd/>
            <a:tailEnd/>
          </a:ln>
        </p:spPr>
        <p:txBody>
          <a:bodyPr/>
          <a:lstStyle/>
          <a:p>
            <a:pPr algn="ctr">
              <a:lnSpc>
                <a:spcPct val="100000"/>
              </a:lnSpc>
              <a:buFont typeface="Wingdings" panose="05000000000000000000" pitchFamily="2" charset="2"/>
              <a:buNone/>
              <a:defRPr/>
            </a:pPr>
            <a:endParaRPr lang="en-US" sz="3200" dirty="0">
              <a:latin typeface="+mj-lt"/>
              <a:cs typeface="Arial" charset="0"/>
            </a:endParaRPr>
          </a:p>
        </p:txBody>
      </p:sp>
      <p:sp>
        <p:nvSpPr>
          <p:cNvPr id="14" name="Text Box 9"/>
          <p:cNvSpPr txBox="1">
            <a:spLocks noChangeArrowheads="1"/>
          </p:cNvSpPr>
          <p:nvPr/>
        </p:nvSpPr>
        <p:spPr bwMode="auto">
          <a:xfrm>
            <a:off x="0" y="7938"/>
            <a:ext cx="9144000" cy="871537"/>
          </a:xfrm>
          <a:prstGeom prst="rect">
            <a:avLst/>
          </a:prstGeom>
          <a:gradFill rotWithShape="1">
            <a:gsLst>
              <a:gs pos="0">
                <a:schemeClr val="accent2"/>
              </a:gs>
              <a:gs pos="100000">
                <a:schemeClr val="bg1"/>
              </a:gs>
            </a:gsLst>
            <a:lin ang="5400000" scaled="1"/>
          </a:gradFill>
          <a:ln w="12700" cap="sq">
            <a:noFill/>
            <a:miter lim="800000"/>
            <a:headEnd type="none" w="sm" len="sm"/>
            <a:tailEnd type="none" w="sm" len="sm"/>
          </a:ln>
          <a:effectLst/>
        </p:spPr>
        <p:txBody>
          <a:bodyPr lIns="90488" tIns="44450" rIns="90488" bIns="44450">
            <a:spAutoFit/>
          </a:bodyPr>
          <a:lstStyle/>
          <a:p>
            <a:pPr algn="ctr">
              <a:buFont typeface="Wingdings" panose="05000000000000000000" pitchFamily="2" charset="2"/>
              <a:buNone/>
              <a:defRPr/>
            </a:pPr>
            <a:r>
              <a:rPr lang="en-US" sz="2800" b="1" dirty="0">
                <a:solidFill>
                  <a:schemeClr val="bg1"/>
                </a:solidFill>
                <a:effectLst>
                  <a:outerShdw blurRad="38100" dist="38100" dir="2700000" algn="tl">
                    <a:srgbClr val="000000">
                      <a:alpha val="43137"/>
                    </a:srgbClr>
                  </a:outerShdw>
                </a:effectLst>
                <a:latin typeface="+mj-lt"/>
                <a:cs typeface="+mn-cs"/>
              </a:rPr>
              <a:t>Al-Imam Mohammad </a:t>
            </a:r>
            <a:r>
              <a:rPr lang="en-US" sz="2800" b="1" dirty="0" err="1">
                <a:solidFill>
                  <a:schemeClr val="bg1"/>
                </a:solidFill>
                <a:effectLst>
                  <a:outerShdw blurRad="38100" dist="38100" dir="2700000" algn="tl">
                    <a:srgbClr val="000000">
                      <a:alpha val="43137"/>
                    </a:srgbClr>
                  </a:outerShdw>
                </a:effectLst>
                <a:latin typeface="+mj-lt"/>
                <a:cs typeface="+mn-cs"/>
              </a:rPr>
              <a:t>Ibn</a:t>
            </a:r>
            <a:r>
              <a:rPr lang="en-US" sz="2800" b="1" dirty="0">
                <a:solidFill>
                  <a:schemeClr val="bg1"/>
                </a:solidFill>
                <a:effectLst>
                  <a:outerShdw blurRad="38100" dist="38100" dir="2700000" algn="tl">
                    <a:srgbClr val="000000">
                      <a:alpha val="43137"/>
                    </a:srgbClr>
                  </a:outerShdw>
                </a:effectLst>
                <a:latin typeface="+mj-lt"/>
                <a:cs typeface="+mn-cs"/>
              </a:rPr>
              <a:t> Saud University</a:t>
            </a:r>
          </a:p>
          <a:p>
            <a:pPr algn="ctr">
              <a:defRPr/>
            </a:pPr>
            <a:endParaRPr lang="fr-FR" sz="2800" b="1" dirty="0">
              <a:solidFill>
                <a:schemeClr val="bg1"/>
              </a:solidFill>
              <a:effectLst>
                <a:outerShdw blurRad="38100" dist="38100" dir="2700000" algn="tl">
                  <a:srgbClr val="000000"/>
                </a:outerShdw>
              </a:effectLst>
              <a:latin typeface="+mj-lt"/>
              <a:cs typeface="+mn-cs"/>
            </a:endParaRPr>
          </a:p>
        </p:txBody>
      </p:sp>
      <p:grpSp>
        <p:nvGrpSpPr>
          <p:cNvPr id="13317" name="Group 11"/>
          <p:cNvGrpSpPr>
            <a:grpSpLocks/>
          </p:cNvGrpSpPr>
          <p:nvPr/>
        </p:nvGrpSpPr>
        <p:grpSpPr bwMode="auto">
          <a:xfrm>
            <a:off x="3214688" y="785813"/>
            <a:ext cx="3016250" cy="577850"/>
            <a:chOff x="5834103" y="1142984"/>
            <a:chExt cx="3015611" cy="577319"/>
          </a:xfrm>
        </p:grpSpPr>
        <p:pic>
          <p:nvPicPr>
            <p:cNvPr id="13320" name="Picture 17" descr="F:\Anis Personal\Icons\immam.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103" y="1142984"/>
              <a:ext cx="445001" cy="577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11" descr="CCIS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86512" y="1142984"/>
              <a:ext cx="2563202"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 name="Rectangle 19"/>
          <p:cNvSpPr/>
          <p:nvPr/>
        </p:nvSpPr>
        <p:spPr>
          <a:xfrm>
            <a:off x="1187624" y="3861048"/>
            <a:ext cx="7200800" cy="2074414"/>
          </a:xfrm>
          <a:prstGeom prst="rect">
            <a:avLst/>
          </a:prstGeom>
        </p:spPr>
        <p:txBody>
          <a:bodyPr wrap="square">
            <a:spAutoFit/>
          </a:bodyPr>
          <a:lstStyle/>
          <a:p>
            <a:pPr>
              <a:buNone/>
              <a:defRPr/>
            </a:pPr>
            <a:r>
              <a:rPr lang="en-US" sz="3600" dirty="0">
                <a:solidFill>
                  <a:schemeClr val="tx2"/>
                </a:solidFill>
                <a:latin typeface="+mj-lt"/>
                <a:ea typeface="+mj-ea"/>
                <a:cs typeface="+mj-cs"/>
              </a:rPr>
              <a:t>Special Thanks to </a:t>
            </a:r>
          </a:p>
          <a:p>
            <a:pPr>
              <a:buNone/>
              <a:defRPr/>
            </a:pPr>
            <a:r>
              <a:rPr lang="en-US" sz="3600" dirty="0">
                <a:latin typeface="+mj-lt"/>
                <a:cs typeface="Arial" charset="0"/>
              </a:rPr>
              <a:t>Dr. </a:t>
            </a:r>
            <a:r>
              <a:rPr lang="en-US" sz="3600" dirty="0" err="1">
                <a:latin typeface="+mj-lt"/>
                <a:cs typeface="Arial" charset="0"/>
              </a:rPr>
              <a:t>Anis</a:t>
            </a:r>
            <a:r>
              <a:rPr lang="en-US" sz="3600" dirty="0">
                <a:latin typeface="+mj-lt"/>
                <a:cs typeface="Arial" charset="0"/>
              </a:rPr>
              <a:t> </a:t>
            </a:r>
            <a:r>
              <a:rPr lang="en-US" sz="3600" dirty="0" err="1">
                <a:latin typeface="+mj-lt"/>
                <a:cs typeface="Arial" charset="0"/>
              </a:rPr>
              <a:t>Koubâa</a:t>
            </a:r>
            <a:endParaRPr lang="en-US" sz="3600" dirty="0">
              <a:latin typeface="+mj-lt"/>
              <a:cs typeface="Arial" charset="0"/>
            </a:endParaRPr>
          </a:p>
          <a:p>
            <a:pPr>
              <a:buNone/>
              <a:defRPr/>
            </a:pPr>
            <a:r>
              <a:rPr lang="en-US" sz="2800" b="1" dirty="0">
                <a:effectLst>
                  <a:outerShdw blurRad="38100" dist="38100" dir="2700000" algn="tl">
                    <a:srgbClr val="000000">
                      <a:alpha val="43137"/>
                    </a:srgbClr>
                  </a:outerShdw>
                </a:effectLst>
              </a:rPr>
              <a:t>Al-Imam Mohammad bin Saud University</a:t>
            </a:r>
          </a:p>
          <a:p>
            <a:pPr>
              <a:buFont typeface="Wingdings" panose="05000000000000000000" pitchFamily="2" charset="2"/>
              <a:buNone/>
              <a:defRPr/>
            </a:pPr>
            <a:endParaRPr lang="en-US" sz="3600" dirty="0">
              <a:solidFill>
                <a:schemeClr val="tx2"/>
              </a:solidFill>
              <a:latin typeface="+mj-lt"/>
              <a:ea typeface="+mj-ea"/>
              <a:cs typeface="+mj-cs"/>
            </a:endParaRPr>
          </a:p>
        </p:txBody>
      </p:sp>
    </p:spTree>
    <p:extLst>
      <p:ext uri="{BB962C8B-B14F-4D97-AF65-F5344CB8AC3E}">
        <p14:creationId xmlns:p14="http://schemas.microsoft.com/office/powerpoint/2010/main" val="743028186"/>
      </p:ext>
    </p:extLst>
  </p:cSld>
  <p:clrMapOvr>
    <a:masterClrMapping/>
  </p:clrMapOvr>
  <p:transition advTm="14000"/>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Origin</Template>
  <TotalTime>4719</TotalTime>
  <Words>1669</Words>
  <Application>Microsoft Office PowerPoint</Application>
  <PresentationFormat>On-screen Show (4:3)</PresentationFormat>
  <Paragraphs>240</Paragraphs>
  <Slides>26</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6" baseType="lpstr">
      <vt:lpstr>Arial</vt:lpstr>
      <vt:lpstr>Bookman Old Style</vt:lpstr>
      <vt:lpstr>Gill Sans MT</vt:lpstr>
      <vt:lpstr>Tahoma</vt:lpstr>
      <vt:lpstr>Times New Roman</vt:lpstr>
      <vt:lpstr>Wingdings</vt:lpstr>
      <vt:lpstr>Wingdings 3</vt:lpstr>
      <vt:lpstr>Origin</vt:lpstr>
      <vt:lpstr>Chart</vt:lpstr>
      <vt:lpstr>Equation</vt:lpstr>
      <vt:lpstr>KM184506 Teknik Simulasi </vt:lpstr>
      <vt:lpstr>What is modeling?</vt:lpstr>
      <vt:lpstr>Model (Wikipedia)</vt:lpstr>
      <vt:lpstr>Examples</vt:lpstr>
      <vt:lpstr>Examples: Movement</vt:lpstr>
      <vt:lpstr>Example: MAC protocols (e.g. CSMA/CA)</vt:lpstr>
      <vt:lpstr>Example: Radio Propagation Models</vt:lpstr>
      <vt:lpstr>Characteristics of a model</vt:lpstr>
      <vt:lpstr>Performance Evaluation of a System</vt:lpstr>
      <vt:lpstr>Simulation Model versus Analytical Model</vt:lpstr>
      <vt:lpstr>Classification of Models</vt:lpstr>
      <vt:lpstr>Classification of Models</vt:lpstr>
      <vt:lpstr>Classification of Models</vt:lpstr>
      <vt:lpstr>Example: Deterministic vs. Stochastic</vt:lpstr>
      <vt:lpstr>Model Development Lifecycle</vt:lpstr>
      <vt:lpstr>Model Development Lifecycle</vt:lpstr>
      <vt:lpstr>Model Development Lifecycle</vt:lpstr>
      <vt:lpstr>Model Development Lifecycle</vt:lpstr>
      <vt:lpstr>Example: Airport Check-in Desk Queuing </vt:lpstr>
      <vt:lpstr>Step. 1. Define the objectives of the study </vt:lpstr>
      <vt:lpstr>Step. 2. Develop Conceptual Model</vt:lpstr>
      <vt:lpstr>Step. 3. Develop Specification Model</vt:lpstr>
      <vt:lpstr>Step. 4. Develop Computation Model</vt:lpstr>
      <vt:lpstr>Step. 4. Develop Computation Model</vt:lpstr>
      <vt:lpstr>Step. 4. Develop Computation Model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Isa Irawan</dc:creator>
  <cp:lastModifiedBy>Mohammad Isa Irawan</cp:lastModifiedBy>
  <cp:revision>1596</cp:revision>
  <dcterms:created xsi:type="dcterms:W3CDTF">1601-01-01T00:00:00Z</dcterms:created>
  <dcterms:modified xsi:type="dcterms:W3CDTF">2025-08-23T08:32:35Z</dcterms:modified>
</cp:coreProperties>
</file>